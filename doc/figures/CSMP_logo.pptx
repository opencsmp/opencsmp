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1E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16" d="100"/>
          <a:sy n="116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258C4-AA78-788F-8647-33EB565A37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110916-7DBB-196B-8DEB-18F3474D79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5C9C93-68AB-702A-C797-34BCB59FB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39E3A-4A79-3140-93E5-39783AE8FA76}" type="datetimeFigureOut">
              <a:rPr lang="en-US" smtClean="0"/>
              <a:t>5/29/25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B1918E-3564-4AB5-08F0-8B3A6C30D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F17396-22D7-13FE-C2DC-52F63D1EE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1C74A-8390-2140-9314-6C5BE33F45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340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126BC-5110-63DD-F503-4947B2F84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D4198-B85F-9429-A483-3CC02A2853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663D8-41DA-2D57-010D-973A8DD77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39E3A-4A79-3140-93E5-39783AE8FA76}" type="datetimeFigureOut">
              <a:rPr lang="en-US" smtClean="0"/>
              <a:t>5/29/25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34469A-D6D3-EED2-31E2-90BD20A1A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665A5-12BB-E5D5-81A1-D26D9D946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1C74A-8390-2140-9314-6C5BE33F45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042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35823-0361-E1D9-CD6B-CCD426D96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0439BA-9930-4224-C3EF-CB1E7E0A1D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D6518C-67AC-9FE4-7EFC-F2A0C3C87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39E3A-4A79-3140-93E5-39783AE8FA76}" type="datetimeFigureOut">
              <a:rPr lang="en-US" smtClean="0"/>
              <a:t>5/29/25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2F26AC-9E1C-F0CC-D96B-61D6F398A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10F0A-20AD-1230-E552-2C5EC1F43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1C74A-8390-2140-9314-6C5BE33F45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318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DB3A5-8CE2-FB4E-BB39-1084B83D8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DB6E8-B83E-B5B7-FC78-A2B8EE3A7E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74A90F-E05B-F8D7-FABB-146A1FD215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C1A737-BBC3-4D37-51BC-20C2A1BF9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39E3A-4A79-3140-93E5-39783AE8FA76}" type="datetimeFigureOut">
              <a:rPr lang="en-US" smtClean="0"/>
              <a:t>5/29/25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9B79CD-D179-C29B-83C2-648318B60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4123B1-6F1E-FB71-5F20-C4FCE1000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1C74A-8390-2140-9314-6C5BE33F45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404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2818D-293E-3915-CA3E-12072A7F6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262E2C-CD8B-1294-F85C-5F48ABF2B0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1821C6-EBDD-4072-921C-D322F89C34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00D055-A29A-746C-CEB1-19E2AC3778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5C0892-F3C4-D3D2-FC44-F93DE2974B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5E7BB8-860F-1D09-83D8-9280C778C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39E3A-4A79-3140-93E5-39783AE8FA76}" type="datetimeFigureOut">
              <a:rPr lang="en-US" smtClean="0"/>
              <a:t>5/29/25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BBE5-C6CD-BD2F-040C-7C0ED77EE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763190-8A30-B505-B452-11B747344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1C74A-8390-2140-9314-6C5BE33F45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36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78644-7C79-18E5-83F0-C47577C2E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233969-3DD9-2AFB-0004-1A1F00E19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39E3A-4A79-3140-93E5-39783AE8FA76}" type="datetimeFigureOut">
              <a:rPr lang="en-US" smtClean="0"/>
              <a:t>5/29/25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E28FC-8778-FD7A-8252-78CCAA614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037332-059C-9176-859E-436AD9072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1C74A-8390-2140-9314-6C5BE33F45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924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FD143A-309D-2706-F229-49CC59D3A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39E3A-4A79-3140-93E5-39783AE8FA76}" type="datetimeFigureOut">
              <a:rPr lang="en-US" smtClean="0"/>
              <a:t>5/29/25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617EBA-346D-8683-DCC8-AE49C35D5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5D4C97-2391-6514-5927-4741471DB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1C74A-8390-2140-9314-6C5BE33F45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846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BBC09-6473-6028-40F3-18F4FCB31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B285F-5A98-FFA5-C339-728FF84C7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77E208-4404-CD25-9727-7179FEBA84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D11121-FFAF-EC6A-0FF3-050B0517E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39E3A-4A79-3140-93E5-39783AE8FA76}" type="datetimeFigureOut">
              <a:rPr lang="en-US" smtClean="0"/>
              <a:t>5/29/25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347B87-F4B0-94A2-BB3A-D4D50C2CF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1BFBE7-C41E-1144-CBF4-F0F5038AF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1C74A-8390-2140-9314-6C5BE33F45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728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962A1-FCED-8D09-2C8E-5365A5BF5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D284FB-BB2A-B6C1-D244-76E2667879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4EFF1-C75D-7DC9-E6BB-830C0C24B1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F47AF4-39F8-02D2-F1C7-55AAE2A13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39E3A-4A79-3140-93E5-39783AE8FA76}" type="datetimeFigureOut">
              <a:rPr lang="en-US" smtClean="0"/>
              <a:t>5/29/25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D2E79D-1F2B-3B81-2744-6AF3CA7C2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1C6E70-968D-2F75-9C08-692BC425C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1C74A-8390-2140-9314-6C5BE33F45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912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67EEB-D6EF-497D-B7A7-304B0A14B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6A0B04-9B0F-3A11-B8AA-95BC6BFF86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E04A69-A623-921F-0025-1709F80F8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39E3A-4A79-3140-93E5-39783AE8FA76}" type="datetimeFigureOut">
              <a:rPr lang="en-US" smtClean="0"/>
              <a:t>5/29/25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83F5BC-9E96-7763-EC8E-51704AF33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392FE-C0F9-4CD1-EFBF-2CDCEA912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1C74A-8390-2140-9314-6C5BE33F45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080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63BFF2-E163-598A-C694-070D8C5865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85C756-80B6-445F-579F-2DFFD524BC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52C33A-E20C-F20E-26E3-2DCB89132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39E3A-4A79-3140-93E5-39783AE8FA76}" type="datetimeFigureOut">
              <a:rPr lang="en-US" smtClean="0"/>
              <a:t>5/29/25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04AE82-8468-176A-F8B9-E11A3DEAB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33FC24-759A-FC08-48B1-FC25A9412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1C74A-8390-2140-9314-6C5BE33F45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711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8825FA-EA18-A3A6-9873-AEA7F9890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EF02B5-35EE-80B0-8871-C878A72850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8BC486-EB7D-E96B-9851-B0C3C14562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739E3A-4A79-3140-93E5-39783AE8FA76}" type="datetimeFigureOut">
              <a:rPr lang="en-US" smtClean="0"/>
              <a:t>5/29/25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C60D3-FA9E-6A3B-C668-F4F18B8EA1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A9EBDD-5CCB-F5C7-7F96-BE85D8E2E3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C1C74A-8390-2140-9314-6C5BE33F45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791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9C0503F-8390-0FA1-9965-1D2698E46987}"/>
              </a:ext>
            </a:extLst>
          </p:cNvPr>
          <p:cNvSpPr txBox="1"/>
          <p:nvPr/>
        </p:nvSpPr>
        <p:spPr>
          <a:xfrm>
            <a:off x="3259408" y="2833033"/>
            <a:ext cx="610017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b="1" dirty="0">
                <a:solidFill>
                  <a:srgbClr val="C01E67"/>
                </a:solidFill>
                <a:latin typeface="+mj-lt"/>
              </a:rPr>
              <a:t>Open-CSMP++</a:t>
            </a:r>
          </a:p>
        </p:txBody>
      </p:sp>
    </p:spTree>
    <p:extLst>
      <p:ext uri="{BB962C8B-B14F-4D97-AF65-F5344CB8AC3E}">
        <p14:creationId xmlns:p14="http://schemas.microsoft.com/office/powerpoint/2010/main" val="6786974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stephan.k.matthai@outlook.com</dc:creator>
  <cp:lastModifiedBy>stephan.k.matthai@outlook.com</cp:lastModifiedBy>
  <cp:revision>1</cp:revision>
  <dcterms:created xsi:type="dcterms:W3CDTF">2025-05-29T03:50:59Z</dcterms:created>
  <dcterms:modified xsi:type="dcterms:W3CDTF">2025-05-29T03:53:23Z</dcterms:modified>
</cp:coreProperties>
</file>