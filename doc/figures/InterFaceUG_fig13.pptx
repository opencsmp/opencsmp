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3"/>
    <p:restoredTop sz="94701"/>
  </p:normalViewPr>
  <p:slideViewPr>
    <p:cSldViewPr snapToGrid="0" snapToObjects="1">
      <p:cViewPr varScale="1">
        <p:scale>
          <a:sx n="147" d="100"/>
          <a:sy n="147" d="100"/>
        </p:scale>
        <p:origin x="208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B65A2-6F2B-1143-92B7-AC417337E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B664F-1217-9249-A64C-BF33EFEF4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7F8A-1B2C-E142-9A5A-977ADFDF8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60373-C577-834E-AC0D-1558E2F1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7FF4C-CBB1-AB48-A9F1-5B948E67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73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BF3B-42D8-4449-BE14-A180A425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77A97-67AC-554C-B336-50528CAE1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F84B0-EC72-3A4C-9BF2-174E1D9C8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C1753-2352-B04A-8B15-C986D04CC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3C115-57CE-904D-8516-9660E11E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8621-E4EA-1C49-B671-1466C924D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F2547-FDB7-7B4C-91CD-7F0935B05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49AC3-1851-E046-AEBD-AF2179BA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CC491-989D-4A41-839B-B3D081847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E0938-6EC6-B24A-87C6-F90F951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620E-5E71-7E4A-AD24-4D1C5D610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0FFD1-8ECC-1E4A-B072-FA0C1F312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B387D-48DC-634B-B7DD-8FA2047AD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07235-C682-CC42-A311-BE9490A28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A09DC-A380-9B4C-A6B9-DC806093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6746F-7F81-674D-A8BF-4FA203F64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4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DD21-F1FD-644E-8502-14BF3DB3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8E97B-CFF5-7C4A-9308-7A5510ED4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CB8A2-7268-4D41-8991-FAEBC9E79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EE7EE-905A-5548-BFE9-2F6A21858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C78F6C-2FBC-164D-A651-9859081DA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A4647C-3DDF-F242-B1C3-E19AEC98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43291-C90F-AB45-8520-8A422C4F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ADA4C1-B259-7F47-A0E5-EFB23219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8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6D23-BA23-1345-9F13-2E34BB6D0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E6CC31-0214-104B-96FA-D505FA0A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27A0F-A83E-A74E-AC99-57E56D65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17051-07A2-8942-A7DE-916D5182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1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12CEE1-3D27-5F41-9C1C-5D95A68C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A5B73-430E-5B45-95F3-35A156A7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3C20E-9F69-0B48-B28A-AB59275E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32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62B4D-1CBF-864F-8F25-E3594E73F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EFF94-50D2-EE4B-A550-CCFC10375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2A18B-057D-1345-9ECE-7E00E2A49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E08C6-CBE1-5D44-9DA5-08A4C1437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AEE4B-8774-E344-A416-3E54D2BAD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BFF6F-7D89-4A4D-8028-8AEEDE889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1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99432-E29A-1A45-A88B-A28428F6B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AA33A-AF02-254B-B129-68990D7F1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3E57D-3969-0546-AB26-CE176D091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4CA23-FAB1-364F-AFB5-025124DDC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DD157-941C-2E4C-8906-64F57591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870D1-E951-E04A-930A-8547D8C0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27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56D2-99FE-2B43-BA80-00E71A3D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E458F-FBBF-F340-B424-B570BA1C5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241AC-5BBD-644C-BFE2-E98FB84A4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491D7-669E-C24F-82B5-24A93551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6945-3222-8344-BA7B-5D7F3019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6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6D1F3-B5E0-9946-A535-17FAFC99F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D0CBF-D0BA-5940-8141-062264046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62E8A-8E26-B641-A8D4-7F6180BE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BF39E-1B70-BB44-96C1-56F2FD34A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845B1-47A9-FE4C-A8EE-4DB69DD4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1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E42571-2334-9D4E-A4C2-EC9696EA1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1584-9874-B04D-87EF-335C34BE7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AC1B0-4F8F-5944-9928-463A138D3D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3E91D-C2F6-8241-8A23-B73342C056DB}" type="datetimeFigureOut">
              <a:rPr lang="en-US" smtClean="0"/>
              <a:t>1/25/20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2EF21-77C3-8748-A719-F15F0798D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2B20E-2D87-EE40-8144-294646DF6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2B9AF-AF68-D049-959A-D7021F4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8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F3923C8-D405-504B-838E-8CF6D9589B4F}"/>
              </a:ext>
            </a:extLst>
          </p:cNvPr>
          <p:cNvGrpSpPr/>
          <p:nvPr/>
        </p:nvGrpSpPr>
        <p:grpSpPr>
          <a:xfrm>
            <a:off x="1180185" y="1410798"/>
            <a:ext cx="4058783" cy="2899924"/>
            <a:chOff x="2560274" y="1692483"/>
            <a:chExt cx="4058783" cy="2899924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9B86F58-31DD-EF46-A954-18AD3338FFAB}"/>
                </a:ext>
              </a:extLst>
            </p:cNvPr>
            <p:cNvSpPr/>
            <p:nvPr/>
          </p:nvSpPr>
          <p:spPr>
            <a:xfrm>
              <a:off x="2820204" y="2444817"/>
              <a:ext cx="1463040" cy="1366787"/>
            </a:xfrm>
            <a:custGeom>
              <a:avLst/>
              <a:gdLst>
                <a:gd name="connsiteX0" fmla="*/ 0 w 1463040"/>
                <a:gd name="connsiteY0" fmla="*/ 442762 h 1366787"/>
                <a:gd name="connsiteX1" fmla="*/ 1106905 w 1463040"/>
                <a:gd name="connsiteY1" fmla="*/ 1366787 h 1366787"/>
                <a:gd name="connsiteX2" fmla="*/ 1463040 w 1463040"/>
                <a:gd name="connsiteY2" fmla="*/ 0 h 1366787"/>
                <a:gd name="connsiteX3" fmla="*/ 0 w 1463040"/>
                <a:gd name="connsiteY3" fmla="*/ 442762 h 1366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3040" h="1366787">
                  <a:moveTo>
                    <a:pt x="0" y="442762"/>
                  </a:moveTo>
                  <a:lnTo>
                    <a:pt x="1106905" y="1366787"/>
                  </a:lnTo>
                  <a:lnTo>
                    <a:pt x="1463040" y="0"/>
                  </a:lnTo>
                  <a:lnTo>
                    <a:pt x="0" y="442762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FF2519B-A806-F74B-BDDA-411A46D79DD4}"/>
                </a:ext>
              </a:extLst>
            </p:cNvPr>
            <p:cNvSpPr/>
            <p:nvPr/>
          </p:nvSpPr>
          <p:spPr>
            <a:xfrm>
              <a:off x="4536707" y="2464067"/>
              <a:ext cx="1742173" cy="1405288"/>
            </a:xfrm>
            <a:custGeom>
              <a:avLst/>
              <a:gdLst>
                <a:gd name="connsiteX0" fmla="*/ 0 w 1742173"/>
                <a:gd name="connsiteY0" fmla="*/ 1405288 h 1405288"/>
                <a:gd name="connsiteX1" fmla="*/ 1742173 w 1742173"/>
                <a:gd name="connsiteY1" fmla="*/ 1020278 h 1405288"/>
                <a:gd name="connsiteX2" fmla="*/ 259882 w 1742173"/>
                <a:gd name="connsiteY2" fmla="*/ 0 h 1405288"/>
                <a:gd name="connsiteX3" fmla="*/ 0 w 1742173"/>
                <a:gd name="connsiteY3" fmla="*/ 1405288 h 140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2173" h="1405288">
                  <a:moveTo>
                    <a:pt x="0" y="1405288"/>
                  </a:moveTo>
                  <a:lnTo>
                    <a:pt x="1742173" y="1020278"/>
                  </a:lnTo>
                  <a:lnTo>
                    <a:pt x="259882" y="0"/>
                  </a:lnTo>
                  <a:lnTo>
                    <a:pt x="0" y="140528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1BC76A3-63E9-904C-9CBE-45E1FB465F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7420" y="2475592"/>
              <a:ext cx="270711" cy="142935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082D01B-46D6-6441-A8DD-C48948178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46240" y="2463560"/>
              <a:ext cx="317634" cy="1414913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850ACE2-BE87-9743-A2CF-68EC6CC1D9FB}"/>
                </a:ext>
              </a:extLst>
            </p:cNvPr>
            <p:cNvSpPr/>
            <p:nvPr/>
          </p:nvSpPr>
          <p:spPr>
            <a:xfrm>
              <a:off x="2752827" y="2810576"/>
              <a:ext cx="134754" cy="1443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FE81472-5BDB-9A4F-A3BA-434B94BBF8BA}"/>
                </a:ext>
              </a:extLst>
            </p:cNvPr>
            <p:cNvSpPr/>
            <p:nvPr/>
          </p:nvSpPr>
          <p:spPr>
            <a:xfrm>
              <a:off x="3851711" y="3739414"/>
              <a:ext cx="134754" cy="1443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D3F361C-A316-7B4B-99D8-A93205877939}"/>
                </a:ext>
              </a:extLst>
            </p:cNvPr>
            <p:cNvSpPr/>
            <p:nvPr/>
          </p:nvSpPr>
          <p:spPr>
            <a:xfrm>
              <a:off x="4179772" y="2382253"/>
              <a:ext cx="134754" cy="1443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D515A2-50B2-3C44-817A-5FF26C03A6AB}"/>
                </a:ext>
              </a:extLst>
            </p:cNvPr>
            <p:cNvSpPr/>
            <p:nvPr/>
          </p:nvSpPr>
          <p:spPr>
            <a:xfrm>
              <a:off x="4453287" y="3797165"/>
              <a:ext cx="134754" cy="14437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45C06B0-C675-844A-92F3-A9DFCBBEACC5}"/>
                </a:ext>
              </a:extLst>
            </p:cNvPr>
            <p:cNvSpPr/>
            <p:nvPr/>
          </p:nvSpPr>
          <p:spPr>
            <a:xfrm>
              <a:off x="4726002" y="2415940"/>
              <a:ext cx="134754" cy="14437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C2193DA-2DC1-B54C-AAE1-8BD21E5C8548}"/>
                </a:ext>
              </a:extLst>
            </p:cNvPr>
            <p:cNvSpPr/>
            <p:nvPr/>
          </p:nvSpPr>
          <p:spPr>
            <a:xfrm>
              <a:off x="6211503" y="3429000"/>
              <a:ext cx="134754" cy="14437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18FF247-E638-3F4C-AD1B-56510AC86463}"/>
                </a:ext>
              </a:extLst>
            </p:cNvPr>
            <p:cNvSpPr txBox="1"/>
            <p:nvPr/>
          </p:nvSpPr>
          <p:spPr>
            <a:xfrm>
              <a:off x="2560274" y="2898442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B00720-ECC3-6A45-BC51-3CD48FD44BEB}"/>
                </a:ext>
              </a:extLst>
            </p:cNvPr>
            <p:cNvSpPr txBox="1"/>
            <p:nvPr/>
          </p:nvSpPr>
          <p:spPr>
            <a:xfrm>
              <a:off x="3686392" y="3797165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EE4B66-3B26-AD4A-BB40-DA90B6B69DFD}"/>
                </a:ext>
              </a:extLst>
            </p:cNvPr>
            <p:cNvSpPr txBox="1"/>
            <p:nvPr/>
          </p:nvSpPr>
          <p:spPr>
            <a:xfrm>
              <a:off x="4089894" y="200861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99D1B5E-D3F4-1B48-8970-178B57237038}"/>
                </a:ext>
              </a:extLst>
            </p:cNvPr>
            <p:cNvSpPr txBox="1"/>
            <p:nvPr/>
          </p:nvSpPr>
          <p:spPr>
            <a:xfrm>
              <a:off x="4391526" y="3888605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7D1345-A7F2-A841-9BC9-4D4120382321}"/>
                </a:ext>
              </a:extLst>
            </p:cNvPr>
            <p:cNvSpPr txBox="1"/>
            <p:nvPr/>
          </p:nvSpPr>
          <p:spPr>
            <a:xfrm>
              <a:off x="6304547" y="3301134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C8D166D-9AC2-1A47-8149-E740F2DAC565}"/>
                </a:ext>
              </a:extLst>
            </p:cNvPr>
            <p:cNvSpPr txBox="1"/>
            <p:nvPr/>
          </p:nvSpPr>
          <p:spPr>
            <a:xfrm>
              <a:off x="4665001" y="208561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91561E1-7235-FF40-84B8-8F22B399E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228703" y="2666666"/>
              <a:ext cx="893163" cy="8509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74BFD5F-C2CB-4D42-810D-3FF53CA4E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755528" y="2885639"/>
              <a:ext cx="893163" cy="850900"/>
            </a:xfrm>
            <a:prstGeom prst="rect">
              <a:avLst/>
            </a:prstGeom>
          </p:spPr>
        </p:pic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6FB3A2D-4E6A-E041-8F16-7576690DC9AB}"/>
                </a:ext>
              </a:extLst>
            </p:cNvPr>
            <p:cNvCxnSpPr/>
            <p:nvPr/>
          </p:nvCxnSpPr>
          <p:spPr>
            <a:xfrm>
              <a:off x="4325648" y="3123167"/>
              <a:ext cx="551533" cy="131841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C827AD4-2F21-134A-95EF-3A4AE790955E}"/>
                </a:ext>
              </a:extLst>
            </p:cNvPr>
            <p:cNvSpPr txBox="1"/>
            <p:nvPr/>
          </p:nvSpPr>
          <p:spPr>
            <a:xfrm>
              <a:off x="3903360" y="1692483"/>
              <a:ext cx="12666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InterFace</a:t>
              </a:r>
              <a:endPara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4B18F2-DB50-D848-B10A-7B177550FE16}"/>
                </a:ext>
              </a:extLst>
            </p:cNvPr>
            <p:cNvSpPr txBox="1"/>
            <p:nvPr/>
          </p:nvSpPr>
          <p:spPr>
            <a:xfrm>
              <a:off x="2585357" y="3303830"/>
              <a:ext cx="12795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inner parent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element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9C592B9-C64A-944F-AC84-4D270853DF38}"/>
                </a:ext>
              </a:extLst>
            </p:cNvPr>
            <p:cNvSpPr txBox="1"/>
            <p:nvPr/>
          </p:nvSpPr>
          <p:spPr>
            <a:xfrm>
              <a:off x="4870295" y="3736539"/>
              <a:ext cx="12923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outer parent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element</a:t>
              </a:r>
            </a:p>
          </p:txBody>
        </p:sp>
        <p:sp>
          <p:nvSpPr>
            <p:cNvPr id="33" name="Doughnut 32">
              <a:extLst>
                <a:ext uri="{FF2B5EF4-FFF2-40B4-BE49-F238E27FC236}">
                  <a16:creationId xmlns:a16="http://schemas.microsoft.com/office/drawing/2014/main" id="{7C506E56-35B6-0343-8882-CF853AE5536D}"/>
                </a:ext>
              </a:extLst>
            </p:cNvPr>
            <p:cNvSpPr/>
            <p:nvPr/>
          </p:nvSpPr>
          <p:spPr>
            <a:xfrm>
              <a:off x="3588276" y="3639270"/>
              <a:ext cx="1182992" cy="449677"/>
            </a:xfrm>
            <a:prstGeom prst="donut">
              <a:avLst>
                <a:gd name="adj" fmla="val 2463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AF2B8DC-6A13-4A41-A681-F46C9B47FD59}"/>
                </a:ext>
              </a:extLst>
            </p:cNvPr>
            <p:cNvSpPr txBox="1"/>
            <p:nvPr/>
          </p:nvSpPr>
          <p:spPr>
            <a:xfrm>
              <a:off x="3343536" y="4253853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NodeManifold</a:t>
              </a:r>
              <a:endPara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BC91A1B-7B3B-5847-B325-56CA15F5C943}"/>
                </a:ext>
              </a:extLst>
            </p:cNvPr>
            <p:cNvSpPr txBox="1"/>
            <p:nvPr/>
          </p:nvSpPr>
          <p:spPr>
            <a:xfrm>
              <a:off x="3956534" y="3834492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3864489-D977-8C49-86E6-2BE46FAE7D3E}"/>
                </a:ext>
              </a:extLst>
            </p:cNvPr>
            <p:cNvSpPr txBox="1"/>
            <p:nvPr/>
          </p:nvSpPr>
          <p:spPr>
            <a:xfrm>
              <a:off x="4179264" y="389067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CF43AB3-62E3-3740-A3BB-FBAA5EC9D59E}"/>
                </a:ext>
              </a:extLst>
            </p:cNvPr>
            <p:cNvSpPr txBox="1"/>
            <p:nvPr/>
          </p:nvSpPr>
          <p:spPr>
            <a:xfrm>
              <a:off x="4480876" y="213099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6BE5C2B-1C5C-3046-B070-09F66368DB11}"/>
                </a:ext>
              </a:extLst>
            </p:cNvPr>
            <p:cNvSpPr txBox="1"/>
            <p:nvPr/>
          </p:nvSpPr>
          <p:spPr>
            <a:xfrm>
              <a:off x="4309139" y="209860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E6765C7-6F14-C54E-A59C-C2C3F4EDA2AF}"/>
                </a:ext>
              </a:extLst>
            </p:cNvPr>
            <p:cNvSpPr/>
            <p:nvPr/>
          </p:nvSpPr>
          <p:spPr>
            <a:xfrm>
              <a:off x="4107978" y="3835973"/>
              <a:ext cx="83700" cy="808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92A0DE9-B8E6-D046-BBC1-AC329CFB6D1F}"/>
                </a:ext>
              </a:extLst>
            </p:cNvPr>
            <p:cNvSpPr/>
            <p:nvPr/>
          </p:nvSpPr>
          <p:spPr>
            <a:xfrm>
              <a:off x="4326294" y="3882777"/>
              <a:ext cx="83700" cy="80868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9609DD3-3A43-9540-83E2-18F562EB0F80}"/>
                </a:ext>
              </a:extLst>
            </p:cNvPr>
            <p:cNvSpPr/>
            <p:nvPr/>
          </p:nvSpPr>
          <p:spPr>
            <a:xfrm>
              <a:off x="4414127" y="2457780"/>
              <a:ext cx="83700" cy="808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D2333E1-1B4C-134C-80B9-7573847B4800}"/>
                </a:ext>
              </a:extLst>
            </p:cNvPr>
            <p:cNvSpPr/>
            <p:nvPr/>
          </p:nvSpPr>
          <p:spPr>
            <a:xfrm>
              <a:off x="4585777" y="2475430"/>
              <a:ext cx="83700" cy="80868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8D1A860-DFB0-9846-8AA9-AA736B12BE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25455" y="3154138"/>
              <a:ext cx="555421" cy="94821"/>
            </a:xfrm>
            <a:prstGeom prst="straightConnector1">
              <a:avLst/>
            </a:prstGeom>
            <a:ln w="28575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E938ADE-F40A-304B-8CBD-DF42D52B13CF}"/>
              </a:ext>
            </a:extLst>
          </p:cNvPr>
          <p:cNvGrpSpPr/>
          <p:nvPr/>
        </p:nvGrpSpPr>
        <p:grpSpPr>
          <a:xfrm>
            <a:off x="5891322" y="1052709"/>
            <a:ext cx="4101013" cy="3259971"/>
            <a:chOff x="2518044" y="1332436"/>
            <a:chExt cx="4101013" cy="3259971"/>
          </a:xfrm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EA35149-119D-3941-B6CE-08DF086F83F3}"/>
                </a:ext>
              </a:extLst>
            </p:cNvPr>
            <p:cNvSpPr/>
            <p:nvPr/>
          </p:nvSpPr>
          <p:spPr>
            <a:xfrm>
              <a:off x="2820204" y="2444817"/>
              <a:ext cx="1463040" cy="1366787"/>
            </a:xfrm>
            <a:custGeom>
              <a:avLst/>
              <a:gdLst>
                <a:gd name="connsiteX0" fmla="*/ 0 w 1463040"/>
                <a:gd name="connsiteY0" fmla="*/ 442762 h 1366787"/>
                <a:gd name="connsiteX1" fmla="*/ 1106905 w 1463040"/>
                <a:gd name="connsiteY1" fmla="*/ 1366787 h 1366787"/>
                <a:gd name="connsiteX2" fmla="*/ 1463040 w 1463040"/>
                <a:gd name="connsiteY2" fmla="*/ 0 h 1366787"/>
                <a:gd name="connsiteX3" fmla="*/ 0 w 1463040"/>
                <a:gd name="connsiteY3" fmla="*/ 442762 h 1366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3040" h="1366787">
                  <a:moveTo>
                    <a:pt x="0" y="442762"/>
                  </a:moveTo>
                  <a:lnTo>
                    <a:pt x="1106905" y="1366787"/>
                  </a:lnTo>
                  <a:lnTo>
                    <a:pt x="1463040" y="0"/>
                  </a:lnTo>
                  <a:lnTo>
                    <a:pt x="0" y="442762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C997733-69CB-C246-9425-ACE1B6681291}"/>
                </a:ext>
              </a:extLst>
            </p:cNvPr>
            <p:cNvSpPr/>
            <p:nvPr/>
          </p:nvSpPr>
          <p:spPr>
            <a:xfrm>
              <a:off x="4536707" y="2464067"/>
              <a:ext cx="1742173" cy="1405288"/>
            </a:xfrm>
            <a:custGeom>
              <a:avLst/>
              <a:gdLst>
                <a:gd name="connsiteX0" fmla="*/ 0 w 1742173"/>
                <a:gd name="connsiteY0" fmla="*/ 1405288 h 1405288"/>
                <a:gd name="connsiteX1" fmla="*/ 1742173 w 1742173"/>
                <a:gd name="connsiteY1" fmla="*/ 1020278 h 1405288"/>
                <a:gd name="connsiteX2" fmla="*/ 259882 w 1742173"/>
                <a:gd name="connsiteY2" fmla="*/ 0 h 1405288"/>
                <a:gd name="connsiteX3" fmla="*/ 0 w 1742173"/>
                <a:gd name="connsiteY3" fmla="*/ 1405288 h 140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2173" h="1405288">
                  <a:moveTo>
                    <a:pt x="0" y="1405288"/>
                  </a:moveTo>
                  <a:lnTo>
                    <a:pt x="1742173" y="1020278"/>
                  </a:lnTo>
                  <a:lnTo>
                    <a:pt x="259882" y="0"/>
                  </a:lnTo>
                  <a:lnTo>
                    <a:pt x="0" y="140528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5D520F2-E81C-E74A-BC5E-9520A3C69E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7420" y="2475592"/>
              <a:ext cx="270711" cy="1429351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82254DC-2A78-1146-90C1-29EDF4AE6E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46240" y="2463560"/>
              <a:ext cx="317634" cy="1414913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189921C-CE34-DB45-96EC-930B792C2C8F}"/>
                </a:ext>
              </a:extLst>
            </p:cNvPr>
            <p:cNvSpPr/>
            <p:nvPr/>
          </p:nvSpPr>
          <p:spPr>
            <a:xfrm>
              <a:off x="2752827" y="2810576"/>
              <a:ext cx="134754" cy="1443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7754E45-4CA5-7842-9543-425929213606}"/>
                </a:ext>
              </a:extLst>
            </p:cNvPr>
            <p:cNvSpPr/>
            <p:nvPr/>
          </p:nvSpPr>
          <p:spPr>
            <a:xfrm>
              <a:off x="3851711" y="3739414"/>
              <a:ext cx="134754" cy="1443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519CE94-01E9-354B-ACDF-697E7F89092A}"/>
                </a:ext>
              </a:extLst>
            </p:cNvPr>
            <p:cNvSpPr/>
            <p:nvPr/>
          </p:nvSpPr>
          <p:spPr>
            <a:xfrm>
              <a:off x="4179772" y="2382253"/>
              <a:ext cx="134754" cy="1443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3B67C66-A0DC-0F4C-951F-94D62B7F7D65}"/>
                </a:ext>
              </a:extLst>
            </p:cNvPr>
            <p:cNvSpPr/>
            <p:nvPr/>
          </p:nvSpPr>
          <p:spPr>
            <a:xfrm>
              <a:off x="4453287" y="3797165"/>
              <a:ext cx="134754" cy="14437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4CCBFFD-EB34-0F4A-9470-B687FA9EFD08}"/>
                </a:ext>
              </a:extLst>
            </p:cNvPr>
            <p:cNvSpPr/>
            <p:nvPr/>
          </p:nvSpPr>
          <p:spPr>
            <a:xfrm>
              <a:off x="4726002" y="2415940"/>
              <a:ext cx="134754" cy="14437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2D60CF9-6C51-1844-B72D-FDCF11AB6D28}"/>
                </a:ext>
              </a:extLst>
            </p:cNvPr>
            <p:cNvSpPr/>
            <p:nvPr/>
          </p:nvSpPr>
          <p:spPr>
            <a:xfrm>
              <a:off x="6211503" y="3429000"/>
              <a:ext cx="134754" cy="14437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1DAFEA2-5199-2542-9FF0-D2492C3C33EF}"/>
                </a:ext>
              </a:extLst>
            </p:cNvPr>
            <p:cNvSpPr txBox="1"/>
            <p:nvPr/>
          </p:nvSpPr>
          <p:spPr>
            <a:xfrm>
              <a:off x="2560274" y="2898442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029E51F-64BD-5944-903A-C4A9E85CE83C}"/>
                </a:ext>
              </a:extLst>
            </p:cNvPr>
            <p:cNvSpPr txBox="1"/>
            <p:nvPr/>
          </p:nvSpPr>
          <p:spPr>
            <a:xfrm>
              <a:off x="3686392" y="3797165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FE3AFAB-6030-0F44-921D-44A13C5D0A18}"/>
                </a:ext>
              </a:extLst>
            </p:cNvPr>
            <p:cNvSpPr txBox="1"/>
            <p:nvPr/>
          </p:nvSpPr>
          <p:spPr>
            <a:xfrm>
              <a:off x="4089894" y="200861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789196C-B968-B34B-8110-9ED38B0746A1}"/>
                </a:ext>
              </a:extLst>
            </p:cNvPr>
            <p:cNvSpPr txBox="1"/>
            <p:nvPr/>
          </p:nvSpPr>
          <p:spPr>
            <a:xfrm>
              <a:off x="4391526" y="3888605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CB9781A-F87C-3D43-B615-9BD0227DBC01}"/>
                </a:ext>
              </a:extLst>
            </p:cNvPr>
            <p:cNvSpPr txBox="1"/>
            <p:nvPr/>
          </p:nvSpPr>
          <p:spPr>
            <a:xfrm>
              <a:off x="6304547" y="3301134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1F2FDD9-6E92-B84C-8DAE-E9829B0EAEA2}"/>
                </a:ext>
              </a:extLst>
            </p:cNvPr>
            <p:cNvSpPr txBox="1"/>
            <p:nvPr/>
          </p:nvSpPr>
          <p:spPr>
            <a:xfrm>
              <a:off x="4665001" y="2085613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59C1BB4D-34A7-F241-9AF6-7C4AA3F52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228703" y="2666666"/>
              <a:ext cx="893163" cy="850900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A175CBB-CA39-764F-A66A-FF64E19DE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755528" y="2885639"/>
              <a:ext cx="893163" cy="850900"/>
            </a:xfrm>
            <a:prstGeom prst="rect">
              <a:avLst/>
            </a:prstGeom>
          </p:spPr>
        </p:pic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A5D3647-4CB6-FA48-9E32-23259C8FB1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4844" y="2602247"/>
              <a:ext cx="241012" cy="1166492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05C0F45-D476-6D4E-B59E-9865DB5797D7}"/>
                </a:ext>
              </a:extLst>
            </p:cNvPr>
            <p:cNvCxnSpPr/>
            <p:nvPr/>
          </p:nvCxnSpPr>
          <p:spPr>
            <a:xfrm>
              <a:off x="4415976" y="3123086"/>
              <a:ext cx="551533" cy="13184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82B093F-7DC8-2D42-8C80-B82E7BEADCF2}"/>
                </a:ext>
              </a:extLst>
            </p:cNvPr>
            <p:cNvSpPr txBox="1"/>
            <p:nvPr/>
          </p:nvSpPr>
          <p:spPr>
            <a:xfrm>
              <a:off x="2585357" y="3303830"/>
              <a:ext cx="12795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inner parent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element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C0CB344-B884-5D4E-BFA2-EA870E9D8448}"/>
                </a:ext>
              </a:extLst>
            </p:cNvPr>
            <p:cNvSpPr txBox="1"/>
            <p:nvPr/>
          </p:nvSpPr>
          <p:spPr>
            <a:xfrm>
              <a:off x="4870295" y="3736539"/>
              <a:ext cx="12923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outer parent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element</a:t>
              </a:r>
            </a:p>
          </p:txBody>
        </p:sp>
        <p:sp>
          <p:nvSpPr>
            <p:cNvPr id="67" name="Doughnut 66">
              <a:extLst>
                <a:ext uri="{FF2B5EF4-FFF2-40B4-BE49-F238E27FC236}">
                  <a16:creationId xmlns:a16="http://schemas.microsoft.com/office/drawing/2014/main" id="{A8D22A10-5312-E44C-85A1-E0D3606E8E62}"/>
                </a:ext>
              </a:extLst>
            </p:cNvPr>
            <p:cNvSpPr/>
            <p:nvPr/>
          </p:nvSpPr>
          <p:spPr>
            <a:xfrm>
              <a:off x="3588276" y="3639270"/>
              <a:ext cx="1182992" cy="449677"/>
            </a:xfrm>
            <a:prstGeom prst="donut">
              <a:avLst>
                <a:gd name="adj" fmla="val 2463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8F06C2C-98FB-6D44-95AB-F546BF08C74B}"/>
                </a:ext>
              </a:extLst>
            </p:cNvPr>
            <p:cNvSpPr txBox="1"/>
            <p:nvPr/>
          </p:nvSpPr>
          <p:spPr>
            <a:xfrm>
              <a:off x="3343536" y="4253853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NodeManifold</a:t>
              </a:r>
              <a:endPara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19523F1-A1DB-2043-85C1-0B4D1230FBA5}"/>
                </a:ext>
              </a:extLst>
            </p:cNvPr>
            <p:cNvSpPr txBox="1"/>
            <p:nvPr/>
          </p:nvSpPr>
          <p:spPr>
            <a:xfrm>
              <a:off x="3956534" y="3834492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3C885BF-6C5E-4444-840C-935B81F0E631}"/>
                </a:ext>
              </a:extLst>
            </p:cNvPr>
            <p:cNvSpPr txBox="1"/>
            <p:nvPr/>
          </p:nvSpPr>
          <p:spPr>
            <a:xfrm>
              <a:off x="4179264" y="389067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3A43CFD-8912-644D-9F0E-CE2572690DC1}"/>
                </a:ext>
              </a:extLst>
            </p:cNvPr>
            <p:cNvSpPr txBox="1"/>
            <p:nvPr/>
          </p:nvSpPr>
          <p:spPr>
            <a:xfrm>
              <a:off x="4480876" y="213099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67EDE8B-3C38-534D-BBAD-0B3FEA49EA26}"/>
                </a:ext>
              </a:extLst>
            </p:cNvPr>
            <p:cNvSpPr txBox="1"/>
            <p:nvPr/>
          </p:nvSpPr>
          <p:spPr>
            <a:xfrm>
              <a:off x="4309139" y="2098609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A87EF4B-B8B1-814A-93F2-436B401BCB87}"/>
                </a:ext>
              </a:extLst>
            </p:cNvPr>
            <p:cNvSpPr/>
            <p:nvPr/>
          </p:nvSpPr>
          <p:spPr>
            <a:xfrm>
              <a:off x="4107978" y="3835973"/>
              <a:ext cx="83700" cy="808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5DADD19-3495-6348-943B-8485E3D1D973}"/>
                </a:ext>
              </a:extLst>
            </p:cNvPr>
            <p:cNvSpPr/>
            <p:nvPr/>
          </p:nvSpPr>
          <p:spPr>
            <a:xfrm>
              <a:off x="4326294" y="3882777"/>
              <a:ext cx="83700" cy="80868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BB035EB-E7E2-D540-ABEE-AA95DEF1200F}"/>
                </a:ext>
              </a:extLst>
            </p:cNvPr>
            <p:cNvSpPr/>
            <p:nvPr/>
          </p:nvSpPr>
          <p:spPr>
            <a:xfrm>
              <a:off x="4414127" y="2457780"/>
              <a:ext cx="83700" cy="808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368205C-03E2-2149-B6F2-111AC511BF37}"/>
                </a:ext>
              </a:extLst>
            </p:cNvPr>
            <p:cNvSpPr/>
            <p:nvPr/>
          </p:nvSpPr>
          <p:spPr>
            <a:xfrm>
              <a:off x="4585777" y="2475430"/>
              <a:ext cx="83700" cy="80868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4F551BB-342C-F746-802B-DF63E9B525E7}"/>
                </a:ext>
              </a:extLst>
            </p:cNvPr>
            <p:cNvSpPr/>
            <p:nvPr/>
          </p:nvSpPr>
          <p:spPr>
            <a:xfrm>
              <a:off x="4214740" y="3717292"/>
              <a:ext cx="134754" cy="14437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806CB469-214E-4540-857A-3D72440F247B}"/>
                </a:ext>
              </a:extLst>
            </p:cNvPr>
            <p:cNvSpPr/>
            <p:nvPr/>
          </p:nvSpPr>
          <p:spPr>
            <a:xfrm>
              <a:off x="4453022" y="2562885"/>
              <a:ext cx="134754" cy="144379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4E24195-4758-BB44-865D-04463EA9C99C}"/>
                </a:ext>
              </a:extLst>
            </p:cNvPr>
            <p:cNvSpPr txBox="1"/>
            <p:nvPr/>
          </p:nvSpPr>
          <p:spPr>
            <a:xfrm>
              <a:off x="2518044" y="1332436"/>
              <a:ext cx="40786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InterFace</a:t>
              </a:r>
              <a:endParaRPr 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with intervening</a:t>
              </a:r>
            </a:p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Element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C17F90A-7820-0E4E-8E79-E6E7050D02B1}"/>
                </a:ext>
              </a:extLst>
            </p:cNvPr>
            <p:cNvSpPr txBox="1"/>
            <p:nvPr/>
          </p:nvSpPr>
          <p:spPr>
            <a:xfrm>
              <a:off x="4107634" y="3709772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6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A359A5B-ACEC-0A48-B4AE-D73F8E4B00B8}"/>
                </a:ext>
              </a:extLst>
            </p:cNvPr>
            <p:cNvSpPr txBox="1"/>
            <p:nvPr/>
          </p:nvSpPr>
          <p:spPr>
            <a:xfrm>
              <a:off x="4400093" y="2254387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7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315AE39-C00B-DD46-966F-8068E65DE7A5}"/>
              </a:ext>
            </a:extLst>
          </p:cNvPr>
          <p:cNvGrpSpPr/>
          <p:nvPr/>
        </p:nvGrpSpPr>
        <p:grpSpPr>
          <a:xfrm>
            <a:off x="5063624" y="3753726"/>
            <a:ext cx="1817684" cy="1439978"/>
            <a:chOff x="4856487" y="4007030"/>
            <a:chExt cx="1817684" cy="1439978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CFD7766D-7F53-5E4A-8D85-13D01C83341D}"/>
                </a:ext>
              </a:extLst>
            </p:cNvPr>
            <p:cNvCxnSpPr>
              <a:cxnSpLocks/>
            </p:cNvCxnSpPr>
            <p:nvPr/>
          </p:nvCxnSpPr>
          <p:spPr>
            <a:xfrm>
              <a:off x="5172328" y="5059691"/>
              <a:ext cx="128943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B8D83E73-9191-4545-95DD-63DFBD274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2328" y="4007030"/>
              <a:ext cx="0" cy="10706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F05B220-89A7-BA4B-AC50-7D8C40729A5F}"/>
                </a:ext>
              </a:extLst>
            </p:cNvPr>
            <p:cNvSpPr txBox="1"/>
            <p:nvPr/>
          </p:nvSpPr>
          <p:spPr>
            <a:xfrm>
              <a:off x="5681592" y="5077676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X (east)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B5F012D-8FDA-344F-BCE9-2FBC532EF326}"/>
                </a:ext>
              </a:extLst>
            </p:cNvPr>
            <p:cNvSpPr txBox="1"/>
            <p:nvPr/>
          </p:nvSpPr>
          <p:spPr>
            <a:xfrm>
              <a:off x="4856487" y="4038404"/>
              <a:ext cx="1001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Y    (up)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2652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49</Words>
  <Application>Microsoft Macintosh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Stephan Matthai</dc:creator>
  <cp:lastModifiedBy>Stephan Matthai</cp:lastModifiedBy>
  <cp:revision>10</cp:revision>
  <dcterms:created xsi:type="dcterms:W3CDTF">2020-01-22T06:28:09Z</dcterms:created>
  <dcterms:modified xsi:type="dcterms:W3CDTF">2020-01-25T01:04:40Z</dcterms:modified>
</cp:coreProperties>
</file>