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8"/>
    <p:restoredTop sz="94664"/>
  </p:normalViewPr>
  <p:slideViewPr>
    <p:cSldViewPr snapToGrid="0" snapToObjects="1">
      <p:cViewPr>
        <p:scale>
          <a:sx n="164" d="100"/>
          <a:sy n="164" d="100"/>
        </p:scale>
        <p:origin x="7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65A2-6F2B-1143-92B7-AC417337E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B664F-1217-9249-A64C-BF33EFEF4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7F8A-1B2C-E142-9A5A-977ADFDF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60373-C577-834E-AC0D-1558E2F1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7FF4C-CBB1-AB48-A9F1-5B948E67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73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BF3B-42D8-4449-BE14-A180A425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77A97-67AC-554C-B336-50528CAE1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F84B0-EC72-3A4C-9BF2-174E1D9C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C1753-2352-B04A-8B15-C986D04C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3C115-57CE-904D-8516-9660E11E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8621-E4EA-1C49-B671-1466C924D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F2547-FDB7-7B4C-91CD-7F0935B05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49AC3-1851-E046-AEBD-AF2179BA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CC491-989D-4A41-839B-B3D081847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E0938-6EC6-B24A-87C6-F90F951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620E-5E71-7E4A-AD24-4D1C5D610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0FFD1-8ECC-1E4A-B072-FA0C1F312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B387D-48DC-634B-B7DD-8FA2047AD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07235-C682-CC42-A311-BE9490A2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A09DC-A380-9B4C-A6B9-DC806093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6746F-7F81-674D-A8BF-4FA203F6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4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DD21-F1FD-644E-8502-14BF3DB3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8E97B-CFF5-7C4A-9308-7A5510ED4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CB8A2-7268-4D41-8991-FAEBC9E79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EE7EE-905A-5548-BFE9-2F6A21858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78F6C-2FBC-164D-A651-9859081DA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A4647C-3DDF-F242-B1C3-E19AEC98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43291-C90F-AB45-8520-8A422C4F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ADA4C1-B259-7F47-A0E5-EFB23219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8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6D23-BA23-1345-9F13-2E34BB6D0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E6CC31-0214-104B-96FA-D505FA0A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27A0F-A83E-A74E-AC99-57E56D65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17051-07A2-8942-A7DE-916D5182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1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12CEE1-3D27-5F41-9C1C-5D95A68C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A5B73-430E-5B45-95F3-35A156A7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3C20E-9F69-0B48-B28A-AB59275E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32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2B4D-1CBF-864F-8F25-E3594E73F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EFF94-50D2-EE4B-A550-CCFC10375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2A18B-057D-1345-9ECE-7E00E2A49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E08C6-CBE1-5D44-9DA5-08A4C143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AEE4B-8774-E344-A416-3E54D2BA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BFF6F-7D89-4A4D-8028-8AEEDE88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1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99432-E29A-1A45-A88B-A28428F6B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AA33A-AF02-254B-B129-68990D7F1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3E57D-3969-0546-AB26-CE176D091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4CA23-FAB1-364F-AFB5-025124DD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DD157-941C-2E4C-8906-64F57591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870D1-E951-E04A-930A-8547D8C0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27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56D2-99FE-2B43-BA80-00E71A3D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E458F-FBBF-F340-B424-B570BA1C5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241AC-5BBD-644C-BFE2-E98FB84A4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491D7-669E-C24F-82B5-24A93551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6945-3222-8344-BA7B-5D7F3019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6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6D1F3-B5E0-9946-A535-17FAFC99F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D0CBF-D0BA-5940-8141-062264046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62E8A-8E26-B641-A8D4-7F6180BE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BF39E-1B70-BB44-96C1-56F2FD34A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845B1-47A9-FE4C-A8EE-4DB69DD4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1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E42571-2334-9D4E-A4C2-EC9696EA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1584-9874-B04D-87EF-335C34BE7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AC1B0-4F8F-5944-9928-463A138D3D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2EF21-77C3-8748-A719-F15F0798D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2B20E-2D87-EE40-8144-294646DF6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4EB329-0E20-3E4A-9F13-D438DA444D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448" b="22795"/>
          <a:stretch/>
        </p:blipFill>
        <p:spPr>
          <a:xfrm>
            <a:off x="2615765" y="1676400"/>
            <a:ext cx="7189069" cy="35052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Chord 5">
            <a:extLst>
              <a:ext uri="{FF2B5EF4-FFF2-40B4-BE49-F238E27FC236}">
                <a16:creationId xmlns:a16="http://schemas.microsoft.com/office/drawing/2014/main" id="{67C57186-3610-834E-A156-393DBB9A5108}"/>
              </a:ext>
            </a:extLst>
          </p:cNvPr>
          <p:cNvSpPr/>
          <p:nvPr/>
        </p:nvSpPr>
        <p:spPr>
          <a:xfrm rot="5801687">
            <a:off x="8251584" y="2821015"/>
            <a:ext cx="255722" cy="286719"/>
          </a:xfrm>
          <a:prstGeom prst="chor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hord 43">
            <a:extLst>
              <a:ext uri="{FF2B5EF4-FFF2-40B4-BE49-F238E27FC236}">
                <a16:creationId xmlns:a16="http://schemas.microsoft.com/office/drawing/2014/main" id="{D93A7DE7-5F69-8F42-81D2-770CA8658211}"/>
              </a:ext>
            </a:extLst>
          </p:cNvPr>
          <p:cNvSpPr/>
          <p:nvPr/>
        </p:nvSpPr>
        <p:spPr>
          <a:xfrm rot="5789241" flipH="1" flipV="1">
            <a:off x="8319083" y="2991053"/>
            <a:ext cx="255722" cy="286719"/>
          </a:xfrm>
          <a:prstGeom prst="chord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41D774E-8A07-FD40-8F38-DCC7810BAB03}"/>
              </a:ext>
            </a:extLst>
          </p:cNvPr>
          <p:cNvGrpSpPr/>
          <p:nvPr/>
        </p:nvGrpSpPr>
        <p:grpSpPr>
          <a:xfrm>
            <a:off x="7584017" y="3003240"/>
            <a:ext cx="354218" cy="425760"/>
            <a:chOff x="8388485" y="2988914"/>
            <a:chExt cx="354218" cy="425760"/>
          </a:xfrm>
        </p:grpSpPr>
        <p:sp>
          <p:nvSpPr>
            <p:cNvPr id="45" name="Chord 44">
              <a:extLst>
                <a:ext uri="{FF2B5EF4-FFF2-40B4-BE49-F238E27FC236}">
                  <a16:creationId xmlns:a16="http://schemas.microsoft.com/office/drawing/2014/main" id="{29073046-8A2A-FE46-93A2-41BD2B506D70}"/>
                </a:ext>
              </a:extLst>
            </p:cNvPr>
            <p:cNvSpPr/>
            <p:nvPr/>
          </p:nvSpPr>
          <p:spPr>
            <a:xfrm rot="5801687">
              <a:off x="8403984" y="2973415"/>
              <a:ext cx="255722" cy="286719"/>
            </a:xfrm>
            <a:prstGeom prst="chord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Chord 45">
              <a:extLst>
                <a:ext uri="{FF2B5EF4-FFF2-40B4-BE49-F238E27FC236}">
                  <a16:creationId xmlns:a16="http://schemas.microsoft.com/office/drawing/2014/main" id="{B011B9CF-1DE7-124E-B783-4D5B73ADD6E0}"/>
                </a:ext>
              </a:extLst>
            </p:cNvPr>
            <p:cNvSpPr/>
            <p:nvPr/>
          </p:nvSpPr>
          <p:spPr>
            <a:xfrm rot="5789241" flipH="1" flipV="1">
              <a:off x="8471483" y="3143453"/>
              <a:ext cx="255722" cy="286719"/>
            </a:xfrm>
            <a:prstGeom prst="chor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B189B2E-5FB7-BF4C-A811-47DB63FD9DAC}"/>
              </a:ext>
            </a:extLst>
          </p:cNvPr>
          <p:cNvGrpSpPr/>
          <p:nvPr/>
        </p:nvGrpSpPr>
        <p:grpSpPr>
          <a:xfrm>
            <a:off x="6888468" y="3192873"/>
            <a:ext cx="354218" cy="425760"/>
            <a:chOff x="8388485" y="2988914"/>
            <a:chExt cx="354218" cy="425760"/>
          </a:xfrm>
        </p:grpSpPr>
        <p:sp>
          <p:nvSpPr>
            <p:cNvPr id="48" name="Chord 47">
              <a:extLst>
                <a:ext uri="{FF2B5EF4-FFF2-40B4-BE49-F238E27FC236}">
                  <a16:creationId xmlns:a16="http://schemas.microsoft.com/office/drawing/2014/main" id="{C19A910C-2900-074F-9B60-34BBEBF142F6}"/>
                </a:ext>
              </a:extLst>
            </p:cNvPr>
            <p:cNvSpPr/>
            <p:nvPr/>
          </p:nvSpPr>
          <p:spPr>
            <a:xfrm rot="5801687">
              <a:off x="8403984" y="2973415"/>
              <a:ext cx="255722" cy="286719"/>
            </a:xfrm>
            <a:prstGeom prst="chord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hord 48">
              <a:extLst>
                <a:ext uri="{FF2B5EF4-FFF2-40B4-BE49-F238E27FC236}">
                  <a16:creationId xmlns:a16="http://schemas.microsoft.com/office/drawing/2014/main" id="{D878F4B8-2C0F-D240-8CC5-3800B9FA72C0}"/>
                </a:ext>
              </a:extLst>
            </p:cNvPr>
            <p:cNvSpPr/>
            <p:nvPr/>
          </p:nvSpPr>
          <p:spPr>
            <a:xfrm rot="5789241" flipH="1" flipV="1">
              <a:off x="8471483" y="3143453"/>
              <a:ext cx="255722" cy="286719"/>
            </a:xfrm>
            <a:prstGeom prst="chor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AD5875D-A9FE-4447-BBCF-EA1A29612ED1}"/>
              </a:ext>
            </a:extLst>
          </p:cNvPr>
          <p:cNvCxnSpPr>
            <a:cxnSpLocks/>
          </p:cNvCxnSpPr>
          <p:nvPr/>
        </p:nvCxnSpPr>
        <p:spPr>
          <a:xfrm flipH="1" flipV="1">
            <a:off x="5021453" y="1676402"/>
            <a:ext cx="1332135" cy="1862377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225971E-29A4-954C-AE91-26C2970DC441}"/>
              </a:ext>
            </a:extLst>
          </p:cNvPr>
          <p:cNvGrpSpPr/>
          <p:nvPr/>
        </p:nvGrpSpPr>
        <p:grpSpPr>
          <a:xfrm>
            <a:off x="5525909" y="3554277"/>
            <a:ext cx="354218" cy="425760"/>
            <a:chOff x="8388485" y="2988914"/>
            <a:chExt cx="354218" cy="425760"/>
          </a:xfrm>
        </p:grpSpPr>
        <p:sp>
          <p:nvSpPr>
            <p:cNvPr id="51" name="Chord 50">
              <a:extLst>
                <a:ext uri="{FF2B5EF4-FFF2-40B4-BE49-F238E27FC236}">
                  <a16:creationId xmlns:a16="http://schemas.microsoft.com/office/drawing/2014/main" id="{BF89DF20-0198-B14F-A849-817D6B3ED5F9}"/>
                </a:ext>
              </a:extLst>
            </p:cNvPr>
            <p:cNvSpPr/>
            <p:nvPr/>
          </p:nvSpPr>
          <p:spPr>
            <a:xfrm rot="5801687">
              <a:off x="8403984" y="2973415"/>
              <a:ext cx="255722" cy="286719"/>
            </a:xfrm>
            <a:prstGeom prst="chord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Chord 51">
              <a:extLst>
                <a:ext uri="{FF2B5EF4-FFF2-40B4-BE49-F238E27FC236}">
                  <a16:creationId xmlns:a16="http://schemas.microsoft.com/office/drawing/2014/main" id="{7085B582-DBFA-9A4A-B300-8AB5EF543EAB}"/>
                </a:ext>
              </a:extLst>
            </p:cNvPr>
            <p:cNvSpPr/>
            <p:nvPr/>
          </p:nvSpPr>
          <p:spPr>
            <a:xfrm rot="5789241" flipH="1" flipV="1">
              <a:off x="8471483" y="3143453"/>
              <a:ext cx="255722" cy="286719"/>
            </a:xfrm>
            <a:prstGeom prst="chor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323B2C6-F455-464B-8B90-5E37F8104359}"/>
              </a:ext>
            </a:extLst>
          </p:cNvPr>
          <p:cNvGrpSpPr/>
          <p:nvPr/>
        </p:nvGrpSpPr>
        <p:grpSpPr>
          <a:xfrm>
            <a:off x="4171099" y="3923430"/>
            <a:ext cx="354218" cy="425760"/>
            <a:chOff x="8388485" y="2988914"/>
            <a:chExt cx="354218" cy="425760"/>
          </a:xfrm>
        </p:grpSpPr>
        <p:sp>
          <p:nvSpPr>
            <p:cNvPr id="54" name="Chord 53">
              <a:extLst>
                <a:ext uri="{FF2B5EF4-FFF2-40B4-BE49-F238E27FC236}">
                  <a16:creationId xmlns:a16="http://schemas.microsoft.com/office/drawing/2014/main" id="{FC65A544-18F2-7145-B899-AF5D0A15ACB5}"/>
                </a:ext>
              </a:extLst>
            </p:cNvPr>
            <p:cNvSpPr/>
            <p:nvPr/>
          </p:nvSpPr>
          <p:spPr>
            <a:xfrm rot="5801687">
              <a:off x="8403984" y="2973415"/>
              <a:ext cx="255722" cy="286719"/>
            </a:xfrm>
            <a:prstGeom prst="chord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Chord 54">
              <a:extLst>
                <a:ext uri="{FF2B5EF4-FFF2-40B4-BE49-F238E27FC236}">
                  <a16:creationId xmlns:a16="http://schemas.microsoft.com/office/drawing/2014/main" id="{8256E49F-C7EB-7C44-A9A2-B17EA65AD822}"/>
                </a:ext>
              </a:extLst>
            </p:cNvPr>
            <p:cNvSpPr/>
            <p:nvPr/>
          </p:nvSpPr>
          <p:spPr>
            <a:xfrm rot="5789241" flipH="1" flipV="1">
              <a:off x="8471483" y="3143453"/>
              <a:ext cx="255722" cy="286719"/>
            </a:xfrm>
            <a:prstGeom prst="chor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B83D932-ECCF-4940-AAE7-BFB735EC8F5A}"/>
              </a:ext>
            </a:extLst>
          </p:cNvPr>
          <p:cNvGrpSpPr/>
          <p:nvPr/>
        </p:nvGrpSpPr>
        <p:grpSpPr>
          <a:xfrm>
            <a:off x="4836595" y="3738237"/>
            <a:ext cx="354218" cy="425760"/>
            <a:chOff x="8388485" y="2988914"/>
            <a:chExt cx="354218" cy="425760"/>
          </a:xfrm>
        </p:grpSpPr>
        <p:sp>
          <p:nvSpPr>
            <p:cNvPr id="57" name="Chord 56">
              <a:extLst>
                <a:ext uri="{FF2B5EF4-FFF2-40B4-BE49-F238E27FC236}">
                  <a16:creationId xmlns:a16="http://schemas.microsoft.com/office/drawing/2014/main" id="{E6608653-86C5-424B-93A2-4528B70AA2E4}"/>
                </a:ext>
              </a:extLst>
            </p:cNvPr>
            <p:cNvSpPr/>
            <p:nvPr/>
          </p:nvSpPr>
          <p:spPr>
            <a:xfrm rot="5801687">
              <a:off x="8403984" y="2973415"/>
              <a:ext cx="255722" cy="286719"/>
            </a:xfrm>
            <a:prstGeom prst="chord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Chord 57">
              <a:extLst>
                <a:ext uri="{FF2B5EF4-FFF2-40B4-BE49-F238E27FC236}">
                  <a16:creationId xmlns:a16="http://schemas.microsoft.com/office/drawing/2014/main" id="{4C389952-0113-CE46-8E54-DBC1CC389703}"/>
                </a:ext>
              </a:extLst>
            </p:cNvPr>
            <p:cNvSpPr/>
            <p:nvPr/>
          </p:nvSpPr>
          <p:spPr>
            <a:xfrm rot="5789241" flipH="1" flipV="1">
              <a:off x="8471483" y="3143453"/>
              <a:ext cx="255722" cy="286719"/>
            </a:xfrm>
            <a:prstGeom prst="chord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Chord 59">
            <a:extLst>
              <a:ext uri="{FF2B5EF4-FFF2-40B4-BE49-F238E27FC236}">
                <a16:creationId xmlns:a16="http://schemas.microsoft.com/office/drawing/2014/main" id="{EB330ADE-173A-E54A-8C0A-5D327291BD49}"/>
              </a:ext>
            </a:extLst>
          </p:cNvPr>
          <p:cNvSpPr/>
          <p:nvPr/>
        </p:nvSpPr>
        <p:spPr>
          <a:xfrm rot="5789241" flipH="1" flipV="1">
            <a:off x="6274868" y="3531150"/>
            <a:ext cx="255722" cy="286719"/>
          </a:xfrm>
          <a:prstGeom prst="chord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Chord 66">
            <a:extLst>
              <a:ext uri="{FF2B5EF4-FFF2-40B4-BE49-F238E27FC236}">
                <a16:creationId xmlns:a16="http://schemas.microsoft.com/office/drawing/2014/main" id="{B6021617-B670-F544-BA19-41C3B1141319}"/>
              </a:ext>
            </a:extLst>
          </p:cNvPr>
          <p:cNvSpPr/>
          <p:nvPr/>
        </p:nvSpPr>
        <p:spPr>
          <a:xfrm rot="5801687">
            <a:off x="6219648" y="3356290"/>
            <a:ext cx="255722" cy="286719"/>
          </a:xfrm>
          <a:prstGeom prst="chor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F5876390-55A4-1449-8629-547457430187}"/>
              </a:ext>
            </a:extLst>
          </p:cNvPr>
          <p:cNvSpPr/>
          <p:nvPr/>
        </p:nvSpPr>
        <p:spPr>
          <a:xfrm>
            <a:off x="6203950" y="3403600"/>
            <a:ext cx="149225" cy="184150"/>
          </a:xfrm>
          <a:custGeom>
            <a:avLst/>
            <a:gdLst>
              <a:gd name="connsiteX0" fmla="*/ 149225 w 149225"/>
              <a:gd name="connsiteY0" fmla="*/ 146050 h 184150"/>
              <a:gd name="connsiteX1" fmla="*/ 53975 w 149225"/>
              <a:gd name="connsiteY1" fmla="*/ 0 h 184150"/>
              <a:gd name="connsiteX2" fmla="*/ 15875 w 149225"/>
              <a:gd name="connsiteY2" fmla="*/ 38100 h 184150"/>
              <a:gd name="connsiteX3" fmla="*/ 0 w 149225"/>
              <a:gd name="connsiteY3" fmla="*/ 88900 h 184150"/>
              <a:gd name="connsiteX4" fmla="*/ 3175 w 149225"/>
              <a:gd name="connsiteY4" fmla="*/ 127000 h 184150"/>
              <a:gd name="connsiteX5" fmla="*/ 12700 w 149225"/>
              <a:gd name="connsiteY5" fmla="*/ 155575 h 184150"/>
              <a:gd name="connsiteX6" fmla="*/ 31750 w 149225"/>
              <a:gd name="connsiteY6" fmla="*/ 184150 h 184150"/>
              <a:gd name="connsiteX7" fmla="*/ 149225 w 149225"/>
              <a:gd name="connsiteY7" fmla="*/ 146050 h 18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225" h="184150">
                <a:moveTo>
                  <a:pt x="149225" y="146050"/>
                </a:moveTo>
                <a:lnTo>
                  <a:pt x="53975" y="0"/>
                </a:lnTo>
                <a:lnTo>
                  <a:pt x="15875" y="38100"/>
                </a:lnTo>
                <a:lnTo>
                  <a:pt x="0" y="88900"/>
                </a:lnTo>
                <a:lnTo>
                  <a:pt x="3175" y="127000"/>
                </a:lnTo>
                <a:lnTo>
                  <a:pt x="12700" y="155575"/>
                </a:lnTo>
                <a:lnTo>
                  <a:pt x="31750" y="184150"/>
                </a:lnTo>
                <a:lnTo>
                  <a:pt x="149225" y="146050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hord 68">
            <a:extLst>
              <a:ext uri="{FF2B5EF4-FFF2-40B4-BE49-F238E27FC236}">
                <a16:creationId xmlns:a16="http://schemas.microsoft.com/office/drawing/2014/main" id="{B5F9798C-B098-BE40-A567-1A9047E0CEB2}"/>
              </a:ext>
            </a:extLst>
          </p:cNvPr>
          <p:cNvSpPr/>
          <p:nvPr/>
        </p:nvSpPr>
        <p:spPr>
          <a:xfrm rot="20700000">
            <a:off x="5620377" y="2677311"/>
            <a:ext cx="255722" cy="286719"/>
          </a:xfrm>
          <a:prstGeom prst="chor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Chord 69">
            <a:extLst>
              <a:ext uri="{FF2B5EF4-FFF2-40B4-BE49-F238E27FC236}">
                <a16:creationId xmlns:a16="http://schemas.microsoft.com/office/drawing/2014/main" id="{5560D64B-F22A-5D4B-852A-4012A6128CE1}"/>
              </a:ext>
            </a:extLst>
          </p:cNvPr>
          <p:cNvSpPr/>
          <p:nvPr/>
        </p:nvSpPr>
        <p:spPr>
          <a:xfrm rot="20700000" flipH="1" flipV="1">
            <a:off x="5743690" y="2597553"/>
            <a:ext cx="255722" cy="286719"/>
          </a:xfrm>
          <a:prstGeom prst="chor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hord 70">
            <a:extLst>
              <a:ext uri="{FF2B5EF4-FFF2-40B4-BE49-F238E27FC236}">
                <a16:creationId xmlns:a16="http://schemas.microsoft.com/office/drawing/2014/main" id="{AF88DCFB-99D5-E44B-9D76-9CB5593FACE9}"/>
              </a:ext>
            </a:extLst>
          </p:cNvPr>
          <p:cNvSpPr/>
          <p:nvPr/>
        </p:nvSpPr>
        <p:spPr>
          <a:xfrm rot="20700000">
            <a:off x="4841208" y="1570107"/>
            <a:ext cx="255722" cy="286719"/>
          </a:xfrm>
          <a:prstGeom prst="chor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Chord 71">
            <a:extLst>
              <a:ext uri="{FF2B5EF4-FFF2-40B4-BE49-F238E27FC236}">
                <a16:creationId xmlns:a16="http://schemas.microsoft.com/office/drawing/2014/main" id="{9889A818-7CD7-5440-9CE3-A69ED2D165AC}"/>
              </a:ext>
            </a:extLst>
          </p:cNvPr>
          <p:cNvSpPr/>
          <p:nvPr/>
        </p:nvSpPr>
        <p:spPr>
          <a:xfrm rot="20700000" flipH="1" flipV="1">
            <a:off x="4925776" y="1505847"/>
            <a:ext cx="255722" cy="286719"/>
          </a:xfrm>
          <a:prstGeom prst="chor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B557D5-C246-AB47-B459-D6F06B040036}"/>
              </a:ext>
            </a:extLst>
          </p:cNvPr>
          <p:cNvSpPr/>
          <p:nvPr/>
        </p:nvSpPr>
        <p:spPr>
          <a:xfrm>
            <a:off x="8826285" y="2569344"/>
            <a:ext cx="511444" cy="538733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48F97F0-A6FC-414B-814B-DA44BE794C55}"/>
              </a:ext>
            </a:extLst>
          </p:cNvPr>
          <p:cNvSpPr/>
          <p:nvPr/>
        </p:nvSpPr>
        <p:spPr>
          <a:xfrm>
            <a:off x="8160224" y="2743200"/>
            <a:ext cx="511444" cy="605814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0309A9F-03CA-BF41-AB82-1DA926671FE9}"/>
              </a:ext>
            </a:extLst>
          </p:cNvPr>
          <p:cNvSpPr/>
          <p:nvPr/>
        </p:nvSpPr>
        <p:spPr>
          <a:xfrm>
            <a:off x="7499329" y="2914203"/>
            <a:ext cx="511444" cy="605814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2CFE2E2-5564-7C4E-9233-242165D748E7}"/>
              </a:ext>
            </a:extLst>
          </p:cNvPr>
          <p:cNvSpPr/>
          <p:nvPr/>
        </p:nvSpPr>
        <p:spPr>
          <a:xfrm>
            <a:off x="6838434" y="3085206"/>
            <a:ext cx="511444" cy="605814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F2BE6A4-5FE1-094F-9040-C124CD785662}"/>
              </a:ext>
            </a:extLst>
          </p:cNvPr>
          <p:cNvSpPr/>
          <p:nvPr/>
        </p:nvSpPr>
        <p:spPr>
          <a:xfrm>
            <a:off x="6131045" y="3256209"/>
            <a:ext cx="511444" cy="6058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480620A-A7C3-6E49-9CEA-38EB35825D35}"/>
              </a:ext>
            </a:extLst>
          </p:cNvPr>
          <p:cNvSpPr/>
          <p:nvPr/>
        </p:nvSpPr>
        <p:spPr>
          <a:xfrm>
            <a:off x="5446903" y="3458208"/>
            <a:ext cx="511444" cy="605814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63B6E70-E008-9141-8A80-8076361BD290}"/>
              </a:ext>
            </a:extLst>
          </p:cNvPr>
          <p:cNvSpPr/>
          <p:nvPr/>
        </p:nvSpPr>
        <p:spPr>
          <a:xfrm>
            <a:off x="4762761" y="3636960"/>
            <a:ext cx="511444" cy="605814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FA0A586-391F-0D4A-8887-328F5FB11E40}"/>
              </a:ext>
            </a:extLst>
          </p:cNvPr>
          <p:cNvSpPr/>
          <p:nvPr/>
        </p:nvSpPr>
        <p:spPr>
          <a:xfrm>
            <a:off x="4101866" y="3831210"/>
            <a:ext cx="511444" cy="605814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6DA81E9-3BF8-F741-A5B9-4A43BC23F9F9}"/>
              </a:ext>
            </a:extLst>
          </p:cNvPr>
          <p:cNvSpPr/>
          <p:nvPr/>
        </p:nvSpPr>
        <p:spPr>
          <a:xfrm>
            <a:off x="3425473" y="4064022"/>
            <a:ext cx="511444" cy="507978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A6DF630-BFC5-304D-A75C-6EEF1E012538}"/>
              </a:ext>
            </a:extLst>
          </p:cNvPr>
          <p:cNvSpPr/>
          <p:nvPr/>
        </p:nvSpPr>
        <p:spPr>
          <a:xfrm>
            <a:off x="5512330" y="2522849"/>
            <a:ext cx="593269" cy="504367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0A8BBB4-E6E5-0442-90DC-2A4DF5C08B7E}"/>
              </a:ext>
            </a:extLst>
          </p:cNvPr>
          <p:cNvSpPr/>
          <p:nvPr/>
        </p:nvSpPr>
        <p:spPr>
          <a:xfrm>
            <a:off x="4721848" y="1443428"/>
            <a:ext cx="593269" cy="504367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4CF4E5F-F813-BB49-B2E9-B1CF56CFB988}"/>
              </a:ext>
            </a:extLst>
          </p:cNvPr>
          <p:cNvSpPr txBox="1"/>
          <p:nvPr/>
        </p:nvSpPr>
        <p:spPr>
          <a:xfrm>
            <a:off x="3544472" y="450644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9E2E632-532A-E345-99F5-0DE08447CEB4}"/>
              </a:ext>
            </a:extLst>
          </p:cNvPr>
          <p:cNvSpPr txBox="1"/>
          <p:nvPr/>
        </p:nvSpPr>
        <p:spPr>
          <a:xfrm>
            <a:off x="4511263" y="419499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8054A77-FACB-8249-A510-3813F52FAB0F}"/>
              </a:ext>
            </a:extLst>
          </p:cNvPr>
          <p:cNvSpPr txBox="1"/>
          <p:nvPr/>
        </p:nvSpPr>
        <p:spPr>
          <a:xfrm>
            <a:off x="4949757" y="416109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6BDD073-FEEF-2845-AB56-669C2B880E5D}"/>
              </a:ext>
            </a:extLst>
          </p:cNvPr>
          <p:cNvSpPr txBox="1"/>
          <p:nvPr/>
        </p:nvSpPr>
        <p:spPr>
          <a:xfrm>
            <a:off x="5645297" y="399541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C32A14F-AD84-514A-8448-217EAC22BB79}"/>
              </a:ext>
            </a:extLst>
          </p:cNvPr>
          <p:cNvSpPr txBox="1"/>
          <p:nvPr/>
        </p:nvSpPr>
        <p:spPr>
          <a:xfrm>
            <a:off x="6486430" y="370313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B2F25CD-2ADF-2C45-9BAE-62652C0D2ADE}"/>
              </a:ext>
            </a:extLst>
          </p:cNvPr>
          <p:cNvSpPr txBox="1"/>
          <p:nvPr/>
        </p:nvSpPr>
        <p:spPr>
          <a:xfrm>
            <a:off x="6987164" y="363521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994122E-DFB7-D84A-8594-1A4EDDA43161}"/>
              </a:ext>
            </a:extLst>
          </p:cNvPr>
          <p:cNvSpPr txBox="1"/>
          <p:nvPr/>
        </p:nvSpPr>
        <p:spPr>
          <a:xfrm>
            <a:off x="7650539" y="345820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2C5582F-9F7C-1A47-9363-5867C8B81AC5}"/>
              </a:ext>
            </a:extLst>
          </p:cNvPr>
          <p:cNvSpPr txBox="1"/>
          <p:nvPr/>
        </p:nvSpPr>
        <p:spPr>
          <a:xfrm>
            <a:off x="8313914" y="328120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C67A644-B237-9A47-BB2A-3E0C7137D4B1}"/>
              </a:ext>
            </a:extLst>
          </p:cNvPr>
          <p:cNvSpPr txBox="1"/>
          <p:nvPr/>
        </p:nvSpPr>
        <p:spPr>
          <a:xfrm>
            <a:off x="9297684" y="263865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9AFACC5-DCF9-6D4A-8DB1-15E09DEEB204}"/>
              </a:ext>
            </a:extLst>
          </p:cNvPr>
          <p:cNvSpPr txBox="1"/>
          <p:nvPr/>
        </p:nvSpPr>
        <p:spPr>
          <a:xfrm>
            <a:off x="6022104" y="234546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D728C9B-0925-1C4D-8085-020CF3C7273F}"/>
              </a:ext>
            </a:extLst>
          </p:cNvPr>
          <p:cNvSpPr txBox="1"/>
          <p:nvPr/>
        </p:nvSpPr>
        <p:spPr>
          <a:xfrm>
            <a:off x="5263572" y="129056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518173F-653A-744B-92C1-6C2C574B5E81}"/>
              </a:ext>
            </a:extLst>
          </p:cNvPr>
          <p:cNvCxnSpPr/>
          <p:nvPr/>
        </p:nvCxnSpPr>
        <p:spPr>
          <a:xfrm flipV="1">
            <a:off x="3678667" y="2851688"/>
            <a:ext cx="5411089" cy="146632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9C1B4F7-29AD-EB4F-B1C4-E3A35BF22A95}"/>
              </a:ext>
            </a:extLst>
          </p:cNvPr>
          <p:cNvSpPr/>
          <p:nvPr/>
        </p:nvSpPr>
        <p:spPr>
          <a:xfrm>
            <a:off x="8942522" y="2712203"/>
            <a:ext cx="294468" cy="27897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38EBBFA-45B5-9448-BB58-3E21FEE0C4CA}"/>
              </a:ext>
            </a:extLst>
          </p:cNvPr>
          <p:cNvSpPr/>
          <p:nvPr/>
        </p:nvSpPr>
        <p:spPr>
          <a:xfrm>
            <a:off x="3531433" y="4179376"/>
            <a:ext cx="294468" cy="27897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C9B76D4-C3E5-3243-817C-DA17FB75959C}"/>
              </a:ext>
            </a:extLst>
          </p:cNvPr>
          <p:cNvSpPr txBox="1"/>
          <p:nvPr/>
        </p:nvSpPr>
        <p:spPr>
          <a:xfrm>
            <a:off x="5428044" y="1885084"/>
            <a:ext cx="1925527" cy="40011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SplitBoundary1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D6C4800-A04E-6C47-A47A-3790B0D0EBBD}"/>
              </a:ext>
            </a:extLst>
          </p:cNvPr>
          <p:cNvSpPr txBox="1"/>
          <p:nvPr/>
        </p:nvSpPr>
        <p:spPr>
          <a:xfrm>
            <a:off x="3484156" y="3208042"/>
            <a:ext cx="1925527" cy="40011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SplitBoundary2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0292BC9-F000-324B-8C39-46D0FD872D41}"/>
              </a:ext>
            </a:extLst>
          </p:cNvPr>
          <p:cNvSpPr txBox="1"/>
          <p:nvPr/>
        </p:nvSpPr>
        <p:spPr>
          <a:xfrm>
            <a:off x="6038048" y="3974575"/>
            <a:ext cx="1447832" cy="338554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NodeManifold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652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Stephan Matthai</dc:creator>
  <cp:lastModifiedBy>Stephan Matthai</cp:lastModifiedBy>
  <cp:revision>14</cp:revision>
  <dcterms:created xsi:type="dcterms:W3CDTF">2020-01-22T06:28:09Z</dcterms:created>
  <dcterms:modified xsi:type="dcterms:W3CDTF">2020-01-25T01:52:06Z</dcterms:modified>
</cp:coreProperties>
</file>