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 snapToObjects="1">
      <p:cViewPr varScale="1">
        <p:scale>
          <a:sx n="117" d="100"/>
          <a:sy n="117" d="100"/>
        </p:scale>
        <p:origin x="80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5B65A2-6F2B-1143-92B7-AC417337ED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AB664F-1217-9249-A64C-BF33EFEF44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757F8A-1B2C-E142-9A5A-977ADFDF8F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3E91D-C2F6-8241-8A23-B73342C056DB}" type="datetimeFigureOut">
              <a:rPr lang="en-US" smtClean="0"/>
              <a:t>1/22/20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C60373-C577-834E-AC0D-1558E2F1DE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07FF4C-CBB1-AB48-A9F1-5B948E679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2B9AF-AF68-D049-959A-D7021F4A3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173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6BF3B-42D8-4449-BE14-A180A425A4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77A97-67AC-554C-B336-50528CAE1B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6F84B0-EC72-3A4C-9BF2-174E1D9C8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3E91D-C2F6-8241-8A23-B73342C056DB}" type="datetimeFigureOut">
              <a:rPr lang="en-US" smtClean="0"/>
              <a:t>1/22/20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9C1753-2352-B04A-8B15-C986D04CCD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23C115-57CE-904D-8516-9660E11EC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2B9AF-AF68-D049-959A-D7021F4A3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71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D8621-E4EA-1C49-B671-1466C924D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CF2547-FDB7-7B4C-91CD-7F0935B05D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649AC3-1851-E046-AEBD-AF2179BA4D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3E91D-C2F6-8241-8A23-B73342C056DB}" type="datetimeFigureOut">
              <a:rPr lang="en-US" smtClean="0"/>
              <a:t>1/22/20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7CC491-989D-4A41-839B-B3D0818479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AE0938-6EC6-B24A-87C6-F90F951FD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2B9AF-AF68-D049-959A-D7021F4A3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437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13620E-5E71-7E4A-AD24-4D1C5D610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20FFD1-8ECC-1E4A-B072-FA0C1F312D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AB387D-48DC-634B-B7DD-8FA2047AD3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F07235-C682-CC42-A311-BE9490A282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3E91D-C2F6-8241-8A23-B73342C056DB}" type="datetimeFigureOut">
              <a:rPr lang="en-US" smtClean="0"/>
              <a:t>1/22/20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FA09DC-A380-9B4C-A6B9-DC8060934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86746F-7F81-674D-A8BF-4FA203F64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2B9AF-AF68-D049-959A-D7021F4A3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68409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D8DD21-F1FD-644E-8502-14BF3DB3DD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8E97B-CFF5-7C4A-9308-7A5510ED4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CCB8A2-7268-4D41-8991-FAEBC9E79E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DEE7EE-905A-5548-BFE9-2F6A21858D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6C78F6C-2FBC-164D-A651-9859081DAC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A4647C-3DDF-F242-B1C3-E19AEC984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3E91D-C2F6-8241-8A23-B73342C056DB}" type="datetimeFigureOut">
              <a:rPr lang="en-US" smtClean="0"/>
              <a:t>1/22/20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9A43291-C90F-AB45-8520-8A422C4F06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2ADA4C1-B259-7F47-A0E5-EFB23219D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2B9AF-AF68-D049-959A-D7021F4A3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0815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E66D23-BA23-1345-9F13-2E34BB6D0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E6CC31-0214-104B-96FA-D505FA0A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3E91D-C2F6-8241-8A23-B73342C056DB}" type="datetimeFigureOut">
              <a:rPr lang="en-US" smtClean="0"/>
              <a:t>1/22/20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627A0F-A83E-A74E-AC99-57E56D659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A17051-07A2-8942-A7DE-916D51822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2B9AF-AF68-D049-959A-D7021F4A3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2178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812CEE1-3D27-5F41-9C1C-5D95A68C5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3E91D-C2F6-8241-8A23-B73342C056DB}" type="datetimeFigureOut">
              <a:rPr lang="en-US" smtClean="0"/>
              <a:t>1/22/20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5A5B73-430E-5B45-95F3-35A156A74E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23C20E-9F69-0B48-B28A-AB59275E4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2B9AF-AF68-D049-959A-D7021F4A3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032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62B4D-1CBF-864F-8F25-E3594E73F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8EFF94-50D2-EE4B-A550-CCFC103757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A2A18B-057D-1345-9ECE-7E00E2A49B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9E08C6-CBE1-5D44-9DA5-08A4C1437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3E91D-C2F6-8241-8A23-B73342C056DB}" type="datetimeFigureOut">
              <a:rPr lang="en-US" smtClean="0"/>
              <a:t>1/22/20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CAEE4B-8774-E344-A416-3E54D2BAD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0BFF6F-7D89-4A4D-8028-8AEEDE889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2B9AF-AF68-D049-959A-D7021F4A3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0169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799432-E29A-1A45-A88B-A28428F6B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D6AA33A-AF02-254B-B129-68990D7F19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D3E57D-3969-0546-AB26-CE176D091E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94CA23-FAB1-364F-AFB5-025124DDC5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3E91D-C2F6-8241-8A23-B73342C056DB}" type="datetimeFigureOut">
              <a:rPr lang="en-US" smtClean="0"/>
              <a:t>1/22/20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ADD157-941C-2E4C-8906-64F575917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7870D1-E951-E04A-930A-8547D8C04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2B9AF-AF68-D049-959A-D7021F4A3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3279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656D2-99FE-2B43-BA80-00E71A3DA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2E458F-FBBF-F340-B424-B570BA1C5B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3241AC-5BBD-644C-BFE2-E98FB84A43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3E91D-C2F6-8241-8A23-B73342C056DB}" type="datetimeFigureOut">
              <a:rPr lang="en-US" smtClean="0"/>
              <a:t>1/22/20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E491D7-669E-C24F-82B5-24A9355176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686945-3222-8344-BA7B-5D7F30192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2B9AF-AF68-D049-959A-D7021F4A3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71634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6D1F3-B5E0-9946-A535-17FAFC99F10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0D0CBF-D0BA-5940-8141-062264046F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062E8A-8E26-B641-A8D4-7F6180BE36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3E91D-C2F6-8241-8A23-B73342C056DB}" type="datetimeFigureOut">
              <a:rPr lang="en-US" smtClean="0"/>
              <a:t>1/22/20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ABF39E-1B70-BB44-96C1-56F2FD34A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7845B1-47A9-FE4C-A8EE-4DB69DD4F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2B9AF-AF68-D049-959A-D7021F4A3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0128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E42571-2334-9D4E-A4C2-EC9696EA1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841584-9874-B04D-87EF-335C34BE74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5AC1B0-4F8F-5944-9928-463A138D3D2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23E91D-C2F6-8241-8A23-B73342C056DB}" type="datetimeFigureOut">
              <a:rPr lang="en-US" smtClean="0"/>
              <a:t>1/22/20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02EF21-77C3-8748-A719-F15F0798D0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62B20E-2D87-EE40-8144-294646DF60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F2B9AF-AF68-D049-959A-D7021F4A3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88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24286-0C62-C742-B7AC-8CE0013562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1584C8-F6E9-D248-BDA9-393B6C47E24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6525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Stephan Matthai</dc:creator>
  <cp:lastModifiedBy>Stephan Matthai</cp:lastModifiedBy>
  <cp:revision>1</cp:revision>
  <dcterms:created xsi:type="dcterms:W3CDTF">2020-01-22T06:28:09Z</dcterms:created>
  <dcterms:modified xsi:type="dcterms:W3CDTF">2020-01-22T06:29:03Z</dcterms:modified>
</cp:coreProperties>
</file>