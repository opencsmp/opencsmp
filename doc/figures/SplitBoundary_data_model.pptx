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8"/>
    <p:restoredTop sz="71006"/>
  </p:normalViewPr>
  <p:slideViewPr>
    <p:cSldViewPr>
      <p:cViewPr varScale="1">
        <p:scale>
          <a:sx n="130" d="100"/>
          <a:sy n="130" d="100"/>
        </p:scale>
        <p:origin x="11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4:51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8960 1 24575,'-12'6'0,"-1"3"0,-32 24 0,-11 9 0,9-5 0,-1 2 0,-20 14 0,-2-1 0,13-9 0,2-1 0,-7 4 0,1 0 0,6-3 0,-2 0-868,-15 11 0,1 0 868,13-10 0,3 0 0,-2-1 0,1 2 0,-2 7 0,1 2 0,-5 1 0,-1 2-983,5 5 0,-2 0 983,-6-7 0,-1 0 0,-1 7 0,-1 1-1152,0-3 1,-1 2 1151,19-14 0,-2 2 0,2 0 0,1-1 0,1 1 0,-1 0 0,-5 3 0,-2 0 0,2 0 0,1 0 0,1-1 0,0 1 0,-2 2 0,0 0 0,-3 3 0,1-1 0,-2 2 0,-3 2 0,1 3 0,-4 6 0,-1 2 0,-2 2 0,-2 3 0,14-17 0,-2 4 0,-2 0 0,0 1 0,0-1 0,3-2-871,-4 4 1,1-1-1,1-2 1,0 0-1,-1 1 871,1-1 0,0 0 0,-1 0 0,2-2 0,2-3 0,-2 0 0,3-3 0,1-1 0,-2 0-408,-1 1 0,-1 0 1,0 0-1,2 1 408,1 1 0,2 1 0,1 0 0,-1-1 0,-17 14 0,0 0 0,0 0 0,17-14 0,1 0 0,-1 1 0,0-2 0,-17 15 0,0-1 0,-1 0 0,15-15 0,1 0 0,-1 1 0,2-1 0,-15 15 0,2 0 0,0 0 6,4-2 0,1 1 0,-3 3-6,2-3 0,-3 5 0,-1 0 0,4-4 0,-2 2 0,3-3 0,-3 2 0,4-4 0,-3 3 0,0 1 0,0-2 0,3-5 0,0-1 0,1-1 0,3-2 0,-3 3 0,3-2 0,-3 1 0,5-4 0,-2 2 0,-2 0 0,1 0 0,0-2 0,-1 0 0,2-1 0,3-2 0,-1 3 0,4-1 0,-2 2-55,1-4 1,-3 4 0,2-1-1,5-3 55,-11 23 0,6-2 0,-3-3 0,2 0 1197,8-7 1,1 0-1198,-5 0 0,1 0 0,8-9 0,0 0 0,-20 20 0,0 0 0,21-22 0,1 0 1385,-8 7 0,2-4-1385,-9 13 1545,13-14-1545,4-8 2843,3-6-2843,14-14 1955,1-7-1955,10-10 681,3-5-681,3 1 0,0-7 0,3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4:55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7320 0 24575,'-9'0'0,"2"0"0,-5 0 0,5 0 0,-4 0 0,-5 0 0,-3 4 0,-5-3 0,-56 2 0,14-3-393,6 0 1,-3 0 392,-34 0 0,43 0 0,1 0 0,-44 7 0,45-4 0,0 2 0,-45 16 0,40-12 0,-2 0 0,5 2 0,0 0 0,-4-4 0,0 1 0,5 3 0,0 0 0,-5-2 0,0-1 0,-1 3 0,0 1 0,-4-1 0,-1 1-652,-4-4 0,-1 2 652,5 5 0,-1 0 0,-8-6 0,0 0 0,13 2 0,0 0 0,-8-3 0,2 1 0,11 1 0,1 2-339,-4-4 0,0 1 339,5 2 0,0 0 0,1-7 0,-3 0 0,-17 6 0,0 0 0,-25-1 0,29 2 0,5-1 0,5-3 0,-14 5 0,25-10 706,3 4-706,11-3 1306,-2 2-1306,14-1 755,-7 0-755,10-4 0,5 0 0,-2 0 0,6 0 0,5 2 0,2 5 0,2-1 0,0 4 0,0-1 0,0 11 0,0 0 0,0 19 0,4-4 0,9 18 0,-5 12 0,10 12 0,-10 8-787,13 10 787,-4 2 0,-6-39 0,0 0 0,-3-4 0,-1 1 0,4 3 0,1-1 0,-4-4 0,0 1 0,4 3 0,-1 1 0,-3-3 0,-1-1 0,1 4 0,0 0 0,-1-5 0,1 0 0,0 0 0,-1 0 0,1 44 0,-1-2 0,-7-9 0,0-19 0,0 5 0,0-25 0,0 6 0,0 11 0,0-23 787,0 6-787,0-29 0,0-1 0,0-6 0,0 6 0,3-7 0,-2 0 0,4 7 0,-1-6 0,-1 7 0,0-5 0,2-1 0,-3 1 0,7 4 0,-5-3 0,7 19 0,-3-11 0,3 12 0,-6-10 0,2 0 0,-6 0 0,6-1 0,-6-4 0,2 4 0,0-9 0,-2 8 0,2-8 0,-1 1 0,-1 2 0,2-9 0,-3 7 0,0-9 0,0 0 0,0-5 0,-6 1 0,-1-7 0,-5 1 0,-24-5 0,-15-8 0,2 9 0,-6 0 0,-2-2 0,-6-2 0,-11-1 0,-8-1 0,5 2-1162,-2 1 0,-2 0 1162,3 0 0,-6 0 0,7 1 0,4 2 0,5 2 0,-6 5 0,0 0-637,0-3 1,2 1 636,7 2 0,1 2 0,-9-1 0,0 0 0,8 0 0,0 0 0,-3 0 0,0 0 0,8 0 0,2 0 0,-5 0 0,1 0 0,3 0 0,0 0 0,-3-3 0,-3-1 0,-31-3 0,-1-2 0,20-3 0,1-2-533,8 4 1,-3-1 0,5 0 532,-5-6 0,3 1 0,1 4 0,-2-1 0,-19-6 0,1 1 0,22 8 0,0 1-201,-9-3 1,4 2 200,-13 3 1905,18 7-1905,9 0 1267,11 0-1267,12 0 1886,9 0-1886,8 0 537,-2 3-537,9-3 0,-1 3 0,-2-3 0,-3 0 0,4 0 0,-4 0 0,12 3 0,0 0 0,0 1 0,3 4 0,-3-4 0,3 8 0,0 3 0,0-1 0,0 8 0,0 36 0,3-24 0,-2 39 0,8-38 0,-2 19 0,5 1 0,1 10 0,0 10 0,-5 1 0,-2 0-428,1 17 428,-5-14 0,10-9 0,2 2 0,-3 25-575,3-26 0,1 0 575,-1 26 0,1 0-565,0-2 565,-1-9 0,0-10 0,0 7 0,5 13 0,-5-23 0,-1 18-152,2-15 152,-7-16 388,4 14-388,-4-39 1130,-7 7-1130,6-16 607,-6 7-607,6-9 170,-6 0-170,6 0 0,-1 9 0,2-12 0,1 11 0,-1-4 0,4-2 0,0 16 0,10 4 0,-7-8 0,5 15 0,-8-27 0,-3 7 0,-1-9 0,0 0 0,-1-6 0,1 5 0,-1-9 0,0 3 0,-4-4 0,5 5 0,-6-7 0,3 6 0,-5-2 0,3-1 0,1 10 0,2-5 0,-3-2 0,3 0 0,-3-4 0,1 0 0,-1 2 0,-1-5 0,-1 2 0,2-3 0,0 9 0,-2-4 0,6 14 0,-7-8 0,7 10 0,-7-7 0,4 1 0,-1-5 0,-3 4 0,3 6 0,-3-7 0,0 11 0,4-4 0,-3-2 0,5 2 0,-5-1 0,1-13 0,-2 14 0,0-16 0,0 5 0,0-6 0,0 6 0,3-4 0,1 8 0,0-8 0,0 18 0,-1-11 0,-2 12 0,6-9 0,-2 10 0,-1 9 0,0-5 0,-4 8 0,0-26 0,0 8 0,0-8 0,2-1 0,-1-1 0,2-6 0,-3 1 0,0-1 0,0-2 0,0 2 0,0-3 0,0 1 0,0-1 0,0-3 0,0 1 0,0-1 0,0 0 0,0-2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00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9374 0 24575,'-3'7'0,"2"-1"0,-1 0 0,-1 0 0,2 1 0,-5 2 0,0 0 0,-1 4 0,-17 15 0,2-2 0,-7 10 0,-5 5 0,13-5 0,-16 15 0,5-2 0,-7 3 0,-17 23 0,7-17-421,-9 22 421,5-18 0,4 7 0,-10 11 0,2-7-495,27-28 0,0-1 495,-3-2 0,0-1 0,2 4 0,-1 1 0,-4-1 0,-2 1 0,-10 20 0,0 0 0,6-15 0,1-1 0,-8 16 0,2 0 0,9-20 0,1-1 0,-7 16 0,1 1 0,7-17 0,-1 0 0,-8 15 0,-2 1 0,-3-6 0,0-3 0,12-7 0,1-1 0,-11 5 0,0-2 0,-17 24-363,11-16 363,-9 8 0,3-9 0,5-7 0,13-6 0,-1 2 0,-16 11 0,19-8 0,1 0 0,-16 17 0,6 6 0,-6 1 0,14-4 0,2-20 0,0 2 0,-10 32 0,11-33 0,-2 2 0,1 6 0,2-1 0,5-14 0,0 0 0,-9 14 0,-2 3 0,0 1 0,2-2 0,8-10 0,0-1-217,-8 11 1,-2-1 216,10-14 0,1-1 0,2 0 0,-1 2 0,-6 8 0,-2 0 0,4-7 0,1 1 0,-1 5 0,-1 0 0,-2-2 0,0 0 0,7-1 0,-1 1 0,-6 3 0,0 0 0,7-4 0,0-1 0,-6 1 0,0-1 0,5 1 0,1 0 0,-6-1 0,0 1 0,2-1 0,1 1 0,-4 0 0,0-1 0,3 1 0,0-1 0,-2 1 0,0 0 0,6-1 0,0 1 0,-7-1 0,1 1 0,6 0 0,0-1 0,-6 1 0,-1-1 0,7 1 0,0-1 0,-6 1 0,0 0 0,5 0 0,1-1 0,-2-4 0,0 0 948,-25 39-948,20-25 0,0 0 0,7-15 0,0 0-38,-11 12 1,1-1 37,-9 16 0,-11-3 0,5-1 0,-2 6 0,-4-12 0,29-13 0,1 1 0,-23 14 0,26-16 0,0 1 0,-4-6 0,-2 0 0,1 6 0,0-1 0,-2-2 0,-1-1 0,-33 29 0,10-16 0,-3-4 0,0 6 0,1 8 0,17-27 0,0 1 0,-27 31-71,17-29 0,1-2 71,-20 20 0,30-27 0,-1 1 0,4 2 0,0 0 0,-4-3 0,-1 2 0,-20 18 0,0 1 0,15-13 0,0 0-689,-19 15 1,0-1 688,22-13 0,2-2 0,-8 3 0,-1 0 0,5-1 0,-2-1 0,-8 3 0,0-1 0,7-1 0,1 0 0,-3 0 0,1 1 0,3 3 0,0 0 0,0-3 0,-1 0 0,0 4 0,0-1 0,2-7 0,0-1 0,1 2 0,-2 2 121,-15 8 1,-2 2-122,-3 2 0,0 1 0,3 2 0,3 0-404,5-5 0,5-4 404,-16 15 0,7 1 682,-2-13-682,18 5 1386,4-11-1386,1 17 182,23-29-182,-21 21 915,27-31-915,-8 7 253,12-14-253,-4 5 0,4-6 0,1 1 0,3-1 0,2 1 0,-4-1 0,6-2 0,-3-1 0,5-3 0,0 0 0,0 1 0,-3-4 0,2 3 0,-1-3 0,2 3 0,0 1 0,-3-1 0,2 0 0,-2 3 0,1 1 0,-2 2 0,-2 1 0,-1 4 0,0-3 0,0 4 0,-2 5 0,-2 3 0,0-1 0,2-2 0,2-10 0,1-1 0,-3 1 0,5-3 0,-2-1 0,4-6 0,1 0 0,-2-3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25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24575,'3'6'0,"3"1"0,2 7 0,0 2 0,14 12 0,3 9 0,11 13 0,11 12 0,2 6-425,-17-28 0,2 0 425,-1-2 0,1 0 0,8 7 0,1 1 0,-1-3 0,3 1 0,15 20 0,0-1 0,-14-19 0,-1-1 0,6 9 0,-3-1 0,15 12 0,-16-9 0,-3-2 0,0-2 0,-16-18 0,11 8 0,-18-6 850,2-9-850,-9 2 0,-1-9 0,-3-5 0,4 5 0,-3 0 0,11 0 0,-8-3 0,9 2 0,-5-5 0,-4-2 0,1 2 0,7-2 0,-9-3 0,10 3 0,-5-4 0,-4 0 0,4 1 0,-6-1 0,1 3 0,-1-2 0,1 5 0,-1-5 0,1 2 0,-4 0 0,3-2 0,-2 4 0,10 0 0,-8 1 0,5-1 0,-8-2 0,-2-3 0,4 0 0,-4 1 0,8 2 0,-5-2 0,3 2 0,-4-3 0,-3-3 0,-3-3 0,0-3 0,-3-3 0,-3-3 0,3 2 0,-6-2 0,3 0 0,-3-1 0,-3-3 0,-4-5 0,-2 0 0,0-2 0,-8-13 0,8 17 0,-4-18 0,5 15 0,5 3 0,-3 1 0,6 6 0,0 2 0,0-2 0,2 3 0,1 0 0,3 5 0,0 5 0,0 3 0,0 2 0,3-3 0,1 8 0,4 2 0,2 3 0,-2 3 0,6-3 0,-6 5 0,3-5 0,-7 4 0,5-10 0,-5 5 0,5-6 0,-6 6 0,6 1 0,-2 8 0,1-10 0,1 0 0,-9-11 0,3 0 0,-3 1 0,3-1 0,-5-3 0,1 0 0,-13-3 0,-2 0 0,-26-6 0,-25 0 0,-3-7 0,-14 1 0,8 5 0,27 1 0,1 3 0,31 3 0,7-6 0,1 5 0,5-1 0,2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30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1369 1220 24575,'0'-6'0,"0"-1"0,0 1 0,-3 3 0,0-6 0,-6 0 0,-1-4 0,0-3 0,-3-1 0,-15-15 0,8 5 0,-20-13 0,15 10 0,-9-3 0,1 0 0,0 0 0,4 7 0,6 4 0,0 6 0,0-6 0,-2 4 0,-28-27 0,22 23 0,-33-30 0,28 29 0,-18-18 0,3 5 0,-9-4 0,22 8 0,1 8 0,27 15 0,-2 0 0,2 0 0,1 4 0,2-3 0,2 7 0,1-4 0,-2 1 0,0-2 0,0 0 0,-3 0 0,2-1 0,-5 1 0,2 0 0,0-3 0,-1 2 0,-2-5 0,-3 0 0,0 1 0,4 0 0,0 1 0,2 4 0,-2-3 0,-1 2 0,-5-7 0,7 5 0,-6-5 0,10 10 0,1-1 0,0 4 0,5-4 0,-7 4 0,7-5 0,-8 6 0,6-6 0,-1 3 0,-1-1 0,1-4 0,-2 4 0,0-3 0,0-1 0,-1 4 0,1-5 0,0 0 0,0 2 0,-6-8 0,4 8 0,-4-5 0,3 6 0,-3-6 0,2 7 0,-2-6 0,6 10 0,-1-1 0,4-1 0,0-1 0,6 1 0,-2-3 0,1 3 0,1-1 0,1 2 0,2 2 0,0 0 0,3 0 0,6 0 0,4 0 0,42 4 0,-9 3 0,33 0 0,9 10 0,-31-9 0,10 5 0,-40-8 0,-14-5 0,-4 0 0,-6 0 0,-6-3 0,-3 2 0,-1-4 0,-4 4 0,-1-5 0,-4 6 0,-8-7 0,0 0 0,-6-2 0,-20-11 0,-23 2 0,-4-2 0,-5 8 0,37 3 0,7 9 0,18-6 0,0 5 0,5-1 0,0 2 0,2 0 0,-2 0 0,2 0 0,-2 0 0,3 0 0,-6 0 0,5 0 0,-2 0 0,3 0 0,-1 0 0,1 0 0,-3 0 0,2 0 0,-2 0 0,3 0 0,2-3 0,-1 2 0,-1-2 0,-1 1 0,-2 1 0,0-2 0,-1 3 0,0 0 0,1 0 0,3 0 0,0 0 0,2-3 0,1 5 0,3-1 0,4 13 0,2-3 0,6 12 0,25 43 0,-6-18 0,-6 1 0,2 3 0,2-6 0,-1-1 0,17 36 0,-23-34 0,1 0 0,23 32 0,-29-20 0,15 0 0,-23-31 0,-2-14 0,-4-5 0,0-8 0,-3 1 0,0-5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34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1640 0 24575,'0'6'0,"0"1"0,-3-1 0,2 3 0,-4 1 0,4 7 0,-7-6 0,6 11 0,-9-11 0,6 12 0,-4-10 0,1 10 0,2-9 0,-1 3 0,1-4 0,-3-1 0,2-2 0,-2 2 0,-3 0 0,4-1 0,-4 0 0,6-2 0,0-2 0,2 2 0,-1-2 0,1-1 0,-2 0 0,3 0 0,-6 3 0,8-2 0,-7 2 0,4-2 0,-2-1 0,0 0 0,-3 3 0,5-2 0,-5 2 0,6-3 0,-1 3 0,-1-2 0,1 2 0,-2-3 0,0 4 0,0-4 0,-1 3 0,-4 3 0,0 1 0,-4 1 0,5-3 0,-2-2 0,3-2 0,-1 2 0,-5 3 0,8-1 0,-8 4 0,1 8 0,3-8 0,-5 8 0,7-10 0,-1-1 0,-2 1 0,2-1 0,-6 11 0,3-8 0,-1 13 0,2-14 0,1 4 0,2-6 0,-5 6 0,3 1 0,-4-1 0,-8 9 0,4 2 0,-5 2 0,-3 6 0,9-12 0,-15 15 0,14-13 0,-32 37 0,29-33 0,-19 20 0,10-13 0,9-1 0,-8-1 0,-4 11 0,16-25 0,-12 17 0,14-15 0,0 0 0,0-1 0,0 1 0,4-5 0,-1-1 0,6-6 0,-5 1 0,5-1 0,-7 3 0,3-1 0,-1 1 0,-3 3 0,5-4 0,-2 4 0,0-6 0,2 1 0,0-1 0,-1 1 0,-4 1 0,-4-3 0,0 2 0,2-2 0,-1 3 0,4-2 0,-8 0 0,3 2 0,-5-2 0,-9 2 0,7 1 0,-7-1 0,14 1 0,-14 7 0,16-10 0,-8 8 0,10-13 0,8 0 0,-5-5 0,9-2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37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24575,'6'0'0,"1"2"0,-1-1 0,8 8 0,-3-2 0,6 6 0,13 12 0,-8-8 0,33 19 0,-14-1 0,17 5 0,-1 5 0,-3-6 0,4 6 0,-15-8 0,30 25 0,-23-16 0,19 18 0,-18-18 0,-13-4 0,6 3 0,-2-8 0,-1 11 0,-3-18 0,-12-3 0,-9-13 0,1 0 0,-5-3 0,5 2 0,-8-6 0,7 5 0,-9-5 0,10 4 0,-11-4 0,2 2 0,-3-2 0,0-1 0,6 0 0,-5 0 0,5 0 0,-3 1 0,-2-1 0,5 3 0,-2-2 0,-1 2 0,-2-8 0,-5-2 0,-2-5 0,0-1 0,-2-2 0,-2 0 0,1-4 0,0-4 0,-1-2 0,4-5 0,-7 5 0,7-3 0,-6 2 0,5-4 0,-4 5 0,1 1 0,-2 9 0,3-3 0,-6 2 0,8-2 0,-7 5 0,7-2 0,-5 9 0,3-3 0,-1 6 0,2 0 0,2 4 0,0 12 0,0-1 0,0 20 0,0-3 0,5 10 0,2 8 0,-1-15 0,3 4 0,-8-18 0,5-5 0,-5-4 0,2-6 0,-3-3 0,0-6 0,-3 3 0,0-9 0,-9-3 0,-22-19 0,8 11 0,-20-22 0,12 27 0,9-7 0,-2 8 0,17 4 0,1 1 0,6 0 0,0 6 0,3-3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06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7685 0 24575,'0'9'0,"0"-2"0,0 5 0,3 13 0,10 44 0,-1 5 0,-2-23 0,0 3 0,-3-4 0,1 4 0,6 26 0,1 5 0,-5-6 0,0 2-318,8 11 0,1 4 318,-7-19 0,-1 2 0,-1-4-1141,4 3 1,-1 1 1140,0-6 0,1 5 0,-2-6 0,-3 4 0,0-4-728,7 2 0,-1 0 728,-6 0 0,1 0 0,7-1 0,4 3 0,-1-7 0,1 5 0,2-4 0,8 8 0,1 0-605,-5-9 1,0 5 0,-1-6 604,3 3 0,-2-3 0,-3 2 0,1-1-262,3-4 1,-1-1 261,-6-2 0,0 2 0,15 15 0,1 0 0,-15-20 0,-1 0 0,11 18 0,2-3 0,9 14 592,-21-40 0,0-1-592,20 39 0,-5-1 0,4 1 0,-11-1 1202,2-17-1202,-5 3 2050,-3-15-2050,1 0 1296,1 16-1296,10 15 0,-5 3 140,-12-41 1,0-2-141,8 28 183,-1-10-183,-7-19 0,0 1 0,10 26 0,3 20 0,-14-28 0,-5 0 0,-1-9 0,-4 7 0,1-16 0,-2 6 513,-1-18-513,-1-2 0,-2-9 0,-2 0 0,3-2 0,-4-4 0,0-5 0,0-4 0,0-3 0,0 0 0,-3-5 0,-3-5 0,-9-7 0,-22-14 0,-10 2 0,-11-5 0,-5-3 0,18 7 0,-1 0-757,-29-10 0,-2 0 757,17 7 0,-1 0-981,-12-5 1,-3-1 980,-3 2 0,-2 0 0,20 7 0,-1-2 0,-4-1 0,-2 1 0,-6-2 0,0 1 0,3 0 0,-8-3 0,2 1 0,-3-1 0,6 3 0,-3-1 0,-1 0 0,1 0 0,0-1 0,-2 1 0,3 1 0,2 1 0,-2-1 0,3 2 0,-2-1-783,-17-5 0,-3 0 1,8 1 782,-1 0 0,9 2 0,22 8 0,3 1-7,1 1 0,4 0 7,-7-6 1169,6-3-1169,24 11 1824,3 0-1824,19 10 2825,-4-1-2825,7 1 19,-5 0-19,6 0 0,-6 2 0,5-1 0,-4 1 0,4-2 0,-4 0 0,4 0 0,-5-1 0,6 1 0,-3 0 0,0 0 0,2-1 0,-4 1 0,1-3 0,1 2 0,-3-5 0,3 3 0,0-4 0,-6 1 0,5 2 0,-9-7 0,-4-4 0,1 0 0,-13-11 0,-10-7 0,6 10 0,-14-17 0,22 28 0,-3-6 0,4 8 0,6 2 0,-5-2 0,4 2 0,-14-5 0,3-5 0,-4 3 0,-5-6 0,13 10 0,-15-5 0,21 7 0,-3 1 0,13 5 0,-4-3 0,6 7 0,-4-6 0,3 8 0,3-4 0,-3 4 0,2 0 0,-2 0 0,2 3 0,-4-6 0,1 3 0,-8-6 0,-1-3 0,-6 2 0,7-1 0,-21-3 0,16 1 0,-17-2 0,21 2 0,2 8 0,4-3 0,-5 4 0,7-2 0,-4 2 0,9 2 0,3-1 0,-3 2 0,3-2 0,-1 1 0,-1 1 0,1-2 0,1 0 0,-3 3 0,-8-9 0,2 5 0,-6-2 0,6 3 0,5 0 0,-2 3 0,0-6 0,2 5 0,-5-1 0,3-1 0,-4 2 0,1-2 0,-1 3 0,-4-3 0,3 2 0,-1-3 0,6 4 0,3-2 0,0 1 0,-1-2 0,1 3 0,3-3 0,-3 3 0,3-3 0,-1 6 0,1 0 0,3 3 0,0 9 0,0 1 0,4 7 0,-3 10 0,13 32 0,-5-5 0,15 34 0,4-17-512,-10-31 1,2 2 511,5 2 0,2 0 0,1 4 0,0 1 0,3 1 0,2-1 0,-2-1 0,1 4 0,14 28 0,0 2 0,-15-25 0,1-1 0,12 24 0,2 3 0,-7-9 0,-3-4 0,-9-20 0,0 0 0,9 20 0,0 2 0,-11-15 0,-1-1 0,-3-5 0,0 0 0,5 4 0,2 4 0,4 21 0,-2-1 0,-8-33 0,-1 0 0,8 30 0,-4-2 0,-4 5-301,-14 1 301,6-10 0,-6 7 0,6-15 0,2 15 0,-2-16 0,1 16 0,-4-25 0,0-1 0,5 29 0,-5-26 0,1 1 0,7 35 0,-8-24 0,7 20 0,-11-45 0,1 6 0,3-8 0,-4-1 1006,6 11-1006,-1 3 318,-5-15-318,2 0 0,-7-25 0,3 6 0,-4-5 0,0 9 0,0-8 0,0 5 0,0 0 0,0-10 0,0 5 0,0 9 0,0-8 0,0 20 0,0-16 0,0-1 0,0-6 0,0-1 0,0-3 0,0 9 0,0-9 0,0 8 0,0-8 0,0 3 0,0-4 0,0 5 0,0-7 0,0 4 0,0-6 0,-3-5 0,0 1 0,-21 0 0,-21-3 0,-23 2 0,18-3 0,-4-2-770,-8 1 1,-3 0 769,-8 0 0,-4 0-1252,-15 0 0,-4 0 1252,30 0 0,-1 0 0,-1 0 0,-3 0 0,0 0 0,0 0 0,-2 0 0,-1 0 0,1 0 0,2 0 0,1 0 0,0 0 0,0 0 0,0 0 0,0 0 0,-1 0 0,1 0 0,0 0 0,2 0 0,1 0 0,1 0 0,-30 0 0,2 0-917,-1 0 1,3 0 916,10 0 0,2 0 0,-5 0 0,3 0-410,11 0 1,3 0 409,8 0 0,2 0 1119,-37 0-1119,19 0 2271,37 0-2271,5 0 2155,27-2-2155,1-2 1150,-3-2-1150,-1 0 0,1-1 0,-3 4 0,-3-3 0,-9-2 0,-2-5 0,-4 1 0,11 0 0,2 2 0,4 3 0,-19-21 0,9 13 0,-15-16 0,-33-19 0,32 17 0,-3 2 0,0 0 0,2 2 0,-3-6 0,-4 4 0,12-3 0,-15-4 0,7 1 0,-9-2 0,-6 0 0,14 9 0,-3-4 0,-5-4 0,-3-3 0,-15-11 0,0-2 0,9 9 0,2 0-355,5 2 1,3 3 354,-26-10 0,15-3 0,-17-2 0,22 6 0,-15-5 0,23 23 0,1 1 0,4 8 0,8 2 0,-6-1 0,16 4 709,-7 2-709,-10-6 0,19 11 0,-28-9 0,-7 9 0,8-1 0,-23 4 0,-10-3 0,30 9 0,-21-4 0,33 5 0,16 0 0,-2 0 0,10 0 0,6 0 0,2 3 0,1 0 0,3 3 0,0 1 0,2-1 0,-1 0 0,4 0 0,-2 3 0,1-2 0,1 2 0,-2-2 0,3-1 0,-3 0 0,3 3 0,-3-2 0,11 5 0,-3-8 0,7 4 0,-3-7 0,-2 5 0,5-6 0,-6 6 0,6-6 0,-2 3 0,0 0 0,-1-2 0,-3 2 0,0-3 0,-2-3 0,1-1 0,-1-2 0,-1 0 0,3 2 0,-6-1 0,3 1 0,0-2 0,-2 3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08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24 108 24575,'3'3'0,"0"1"0,-3 2 0,3-3 0,0 6 0,4-5 0,2 5 0,-2-3 0,4 0 0,-1-2 0,3-1 0,4-3 0,2 0 0,14 0 0,-12 0 0,6-3 0,-18-1 0,0 1 0,-5-3 0,-1 3 0,-3-3 0,0-3 0,0 2 0,0-2 0,0 8 0,-3-1 0,2 10 0,-2-4 0,1 8 0,1-5 0,-2 5 0,0 3 0,0-1 0,-3 4 0,-1-6 0,1 1 0,-1 5 0,-2-5 0,1 5 0,-4-6 0,6 1 0,-6-1 0,5-2 0,-2 5 0,3-11 0,-3 8 0,-1-9 0,-3 0 0,1 0 0,-3-3 0,4 0 0,-1-3 0,6 3 0,3-6 0,-3 6 0,5-6 0,-4 5 0,4-4 0,-2 1 0,3-2 0,-2 0 0,1 0 0,-2-6 0,3 1 0,-3-9 0,2 1 0,-3-5 0,4 0 0,0 1 0,0-12 0,0 14 0,0-13 0,3 18 0,-2-2 0,4 2 0,-4 7 0,2 0 0,-1 2 0,-1 1 0,5 3 0,-6-3 0,6 5 0,-3-1 0,4 2 0,-1 0 0,0 0 0,9 0 0,1 0 0,8 0 0,-5 0 0,4 0 0,-10-3 0,2 2 0,-9 1 0,-3 4 0,-3 2 0,-3 3 0,3-2 0,-3 2 0,0-3 0,0 0 0,-1 1 0,1-4 0,3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10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 24575,'9'-3'0,"-2"3"0,0-6 0,-2 5 0,1-1 0,-1-1 0,3 2 0,-5-4 0,4 1 0,4-5 0,3-1 0,-1 1 0,1-3 0,-4 5 0,0-2 0,7 0 0,-6 5 0,7-4 0,0 3 0,1-2 0,-1 3 0,0 0 0,-6 4 0,4-3 0,-6 5 0,-1-1 0,-6 5 0,0 1 0,-3-1 0,6 3 0,-3 1 0,4 2 0,-4 1 0,0 4 0,0 2 0,-2 5 0,6 0 0,-2 0 0,4 9 0,1-12 0,-3 20 0,2-15 0,-8 9 0,5-14 0,-5-4 0,2-7 0,-3-1 0,2 0 0,-1 0 0,2-2 0,-3 2 0,0-2 0,-3-4 0,2 3 0,-4-6 0,4 6 0,-4-5 0,-2 1 0,0 1 0,-4 1 0,1-1 0,0 0 0,-4-3 0,3 0 0,-4 0 0,0 0 0,-4-4 0,6 3 0,-4-5 0,7 3 0,0-4 0,-1-2 0,4 2 0,-2-2 0,2 0 0,1 2 0,3-4 0,0 1 0,0 0 0,2 1 0,-1 0 0,2-3 0,-3-7 0,2 2 0,-2-1 0,3 0 0,0-6 0,0-2 0,4-3 0,-3 10 0,6-4 0,-3 12 0,3-6 0,-1 10 0,-3-4 0,3 4 0,-5-2 0,4 5 0,-4-1 0,4 1 0,-1-2 0,-1 3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12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562 175 24575,'-3'-4'0,"2"-1"0,-2 1 0,3-2 0,-3 3 0,3-3 0,-6 3 0,6-4 0,-3 1 0,0 0 0,2-3 0,-4 2 0,1-2 0,-2 3 0,0-3 0,0 2 0,-3-5 0,2 5 0,0-2 0,2 3 0,1 0 0,-2-1 0,0 1 0,0 3 0,-1 0 0,4 0 0,-3 2 0,3-1 0,-3-1 0,-1 2 0,1-2 0,3 1 0,-3 1 0,0-2 0,-7 3 0,3 0 0,-2 0 0,0 0 0,2 0 0,-5 0 0,2 0 0,-4 0 0,3 0 0,-4 0 0,-5 0 0,3 0 0,-4 0 0,6 0 0,9 0 0,0 0 0,-1 0 0,4 0 0,-3 0 0,0 0 0,2 0 0,-5 0 0,2 3 0,0-2 0,1 1 0,3-2 0,-3 3 0,5 1 0,-4 2 0,4 0 0,-2 0 0,2 1 0,-5 7 0,3 4 0,-4 2 0,5 14 0,-1-12 0,5 20 0,-6-16 0,6 16 0,-2-16 0,3 16 0,0-16 0,0 17 0,0-17 0,0 7 0,3-9 0,-2-1 0,5-4 0,2 7 0,-1-12 0,4 6 0,-8-10 0,3-4 0,-5 0 0,4-5 0,-1 1 0,-1 1 0,3-2 0,-3 2 0,3-3 0,1-3 0,-1-1 0,0-2 0,9-6 0,-4 5 0,7-5 0,-6 3 0,1-1 0,-1 1 0,1-3 0,-1 2 0,1-2 0,-4-1 0,5-4 0,-7 3 0,6-4 0,-3 6 0,0-1 0,2 1 0,-5-1 0,2 1 0,-3-1 0,-3 1 0,3 2 0,-3-2 0,1 3 0,1-4 0,-4-7 0,2 8 0,0-8 0,-3 11 0,3-4 0,-3-2 0,3 5 0,-2-5 0,1 8 0,-2-2 0,3 0 0,-2 2 0,2-2 0,-3 3 0,0 2 0,0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1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69 24575,'0'-6'0,"2"3"0,2-3 0,2 3 0,0-4 0,1 1 0,2 0 0,-3 0 0,6 2 0,-2-4 0,0 7 0,-4-8 0,-1 8 0,-1-1 0,2 2 0,3 0 0,-2 0 0,2 0 0,-3 0 0,3 2 0,1 5 0,3 0 0,4 6 0,11-4 0,11 17 0,6-7 0,-2 16 0,-9-15 0,-6 4 0,-9-9 0,-2-1 0,1-2 0,-9-2 0,5-4 0,-14 0 0,3-3 0,-3 3 0,0 0 0,0 1 0,0-1 0,0 3 0,0 1 0,0 2 0,0 1 0,0-1 0,-4 6 0,4 1 0,-7 10 0,3-4 0,-2 0 0,-2-3 0,-3-3 0,3 0 0,-3 3 0,4-8 0,-2 4 0,2-9 0,-5 3 0,5-5 0,-2 2 0,3 0 0,-1-2 0,1-1 0,0 0 0,0-3 0,-3 1 0,2 1 0,-10-4 0,6 2 0,-12 0 0,-7-6 0,8 2 0,-12-3 0,23-2 0,-11 5 0,11-4 0,-4 1 0,4-2 0,-2-3 0,3 2 0,-5-2 0,4-5 0,-2 6 0,1-14 0,0 14 0,4-9 0,-1 7 0,3-2 0,3-1 0,-3 1 0,3-1 0,-4 1 0,4-1 0,-3 4 0,6-3 0,-3 2 0,3-5 0,0 2 0,0-3 0,3 7 0,-3-3 0,3-1 0,0 0 0,-2-7 0,4 9 0,-4-6 0,2 7 0,-1-2 0,-1-1 0,5 4 0,-3-3 0,3 5 0,-2-5 0,1 2 0,-1-2 0,2-1 0,0 1 0,3-3 0,-2 4 0,5-3 0,-2 1 0,-1 0 0,0 1 0,3-3 0,-4 7 0,4-1 0,-6 7 0,-3-1 0,0 2 0,-3-2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19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3131 0 24575,'-4'3'0,"-1"-2"0,1 4 0,-2-1 0,-1 10 0,-2-6 0,-7 10 0,1-2 0,-8 0 0,3 4 0,-17 6 0,10-8 0,-21 19 0,21-19 0,-14 16 0,12-8 0,-13 10 0,16-12 0,-9 2 0,11-6 0,4-4 0,-4 3 0,3 10 0,5-7 0,-6 8 0,10-8 0,0-8 0,-8 13 0,7-7 0,-13 4 0,13-1 0,-7-3 0,4 4 0,2-5 0,0-1 0,3-1 0,-1-3 0,2 3 0,-1 1 0,-1-4 0,2 3 0,0-4 0,1-1 0,0 1 0,-2 4 0,0 2 0,0 5 0,-1 0 0,0 0 0,-2 9 0,-1-7 0,-2 16 0,4-16 0,-1 7 0,-1 0 0,-5 4 0,-13 23 0,7-20 0,-1 3 0,11-21 0,6-8 0,-3 4 0,3-6 0,-7 11 0,4-8 0,-5 14 0,3-11 0,-8 10 0,5-3 0,-16 16 0,15-14 0,-32 37 0,26-25 0,-27 27 0,23-25 0,1-4 0,-3-5 0,13-7 0,-28 22 0,16-14 0,-9 6 0,16-12 0,10-13 0,-6 5 0,0-5 0,-4 2 0,-7 5 0,5-3 0,-9 11 0,-10-1 0,6 6 0,-6-7 0,1 12 0,11-12 0,-8 6 0,17-11 0,-3 1 0,6-7 0,-13 16 0,9-14 0,1 4 0,-15 8 0,16-12 0,-12 11 0,11-13 0,0 6 0,2-1 0,-6 4 0,2 2 0,-12 1 0,11-3 0,-14 8 0,24-13 0,-8 8 0,5-7 0,2 2 0,1-3 0,-4 9 0,7-8 0,-8 7 0,9-14 0,-4 8 0,-2-5 0,-13 16 0,12-14 0,-7 8 0,15-9 0,0-5 0,-2 5 0,1 0 0,-2-1 0,2 1 0,3-5 0,0-1 0,2-3 0,-2 1 0,3-4 0,2 0 0,-1-3 0,4 3 0,-4-2 0,4 1 0,-5 2 0,3-3 0,-1 4 0,-4-2 0,4 1 0,-2 2 0,0-2 0,3-1 0,-4 3 0,-2 1 0,2-1 0,-2 3 0,3-2 0,0 0 0,-3 1 0,2-4 0,-5 11 0,2-10 0,1 9 0,-3-7 0,5 2 0,-5 1 0,0 2 0,1-2 0,0 0 0,1-1 0,1-3 0,2 1 0,-1-4 0,7 0 0,-2-5 0,3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2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3448 0 24575,'-7'3'0,"1"3"0,-8 6 0,-2 2 0,-12 10 0,-38 21 0,6 4 0,17-18 0,-5 4 0,-28 23 0,-1 2 0,27-20 0,0 1-467,-4 1 0,-4 3 0,7-4 467,8-7 0,3 0 0,-16 11 0,0 0 0,15-8 0,1-2 0,-8 3 0,1 1 0,6 4 0,2-2 0,-17 5 0,21-9 0,1 0 0,-10 1 0,2 3 0,17-12 0,-2-4 0,2 2 1401,-4-1-1401,5-2 0,1 3 0,12-9 0,-3 1 0,4-1 0,-10 5 0,6-8 0,-4 13 0,-1-4 0,0 7 0,0-5 0,-1 2 0,4-9 0,0 5 0,-1 1 0,4-6 0,5-2 0,-4-4 0,5-1 0,-5 1 0,5-1 0,-4 1 0,4-1 0,-3 6 0,1 6 0,1-4 0,-1 0 0,2-3 0,1-6 0,-1 4 0,0-6 0,1-3 0,0 1 0,2-1 0,-1-3 0,4 6 0,-4-5 0,1 2 0,-2 0 0,0-3 0,-1 6 0,1-2 0,0 5 0,-9 6 0,7-4 0,-9 7 0,10-8 0,-8 2 0,-4 7 0,1-4 0,-9 5 0,8-8 0,-14 3 0,11 2 0,-20 3 0,16 5 0,-8-8 0,1 12 0,8-14 0,-7 13 0,3-5 0,0-1 0,1-1 0,4-8 0,-20 20 0,15-15 0,-20 23 0,14-19 0,-11 15 0,-7 2 0,7 0 0,-3-7 0,14-3 0,1-11 0,-6 13 0,13-16 0,-10 9 0,9-4 0,3-5 0,-12 8 0,7-1 0,1-6 0,-7 7 0,11-3 0,-4-4 0,-9 11 0,13-6 0,-11 1 0,2 4 0,14-13 0,-4 9 0,5-6 0,4-3 0,-1-1 0,7-9 0,3 3 0,3-2 0,0-1 0,3-3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44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2325 24575,'7'3'0,"-1"-2"0,0 2 0,0-3 0,1 0 0,-1 0 0,8 0 0,3-3 0,1 2 0,6-5 0,-6 5 0,15-7 0,3 1 0,17 1 0,41-4 0,-1 8-555,-31-1 0,2 0 555,-11 3 0,0 0 0,5 0 0,0 0 0,0 0 0,2 0 0,8 0 0,0 0 0,2 0 0,-1 0 0,0 0 0,1 0-780,3 3 0,0 2 780,1 2 0,0 2 0,1 0 0,0 1 0,4 6 0,0-1 0,-5-6 0,0 1 0,0 5 0,0 1 0,-3-4 0,6 1 0,3 0 0,8 1 0,-5 1 0,8 2 0,1 1-880,-3-4 1,6 1 0,-7-2 879,0 0 0,-5 0 0,6 4 0,0-1-757,-9-6 0,0-2 757,2 1 0,2-1 0,-16-4 0,3-2 0,-3-1 0,19 0 0,-2-2 0,10 1 0,-4 0 77,-26 0 0,-5 0-77,37 0 893,-2 0-893,-19 0 0,-11-5 2557,-1 1-2557,-34-2 1914,4 0-1914,-30 2 871,-7-2-871,-7-6 433,-21-10-433,-6-8 0,-32-19 0,2-9-662,19 24 1,-3-2 661,4-3 0,-1 0 0,-12-6 0,-2 0-926,0 0 1,-1-1 925,-4-5 0,-1 0 0,-3 1 0,-1-1 0,8 1 0,0 0 0,-1 4 0,1 0-502,11 3 1,1 0 501,2 7 0,0 1-270,8 2 0,2 0 270,-2 0 0,2-1 0,-32-25 0,34 19 0,0-1 0,-33-19 0,32 20 0,2-1 0,-20-22 0,-4-1 883,20 1-883,-4 3 1780,9 10-1780,-17-21 0,20 27 1135,-9-9-1135,16 15 670,8 13-670,-13-7 249,16 7-249,-11 1 0,17 6 0,-8 4 0,10 1 0,-2 4 0,3 0 0,0 5 0,0-1 0,2 1 0,-1 1 0,4-3 0,-5 3 0,3-4 0,-3 1 0,-3 0 0,-7-3 0,2-1 0,-4 0 0,1-3 0,3 3 0,-8-5 0,3 0 0,0 1 0,1 0 0,6 4 0,-1-2 0,4 3 0,0-4 0,0 1 0,2 2 0,-2-2 0,0 0 0,2-2 0,-5 2 0,8 3 0,-7 0 0,4-6 0,-11-2 0,7 1 0,-12 0 0,12 9 0,-6-7 0,4 7 0,1-4 0,-1 4 0,1 0 0,-6 1 0,-1 2 0,-4-4 0,-1-4 0,5 7 0,1-5 0,6 7 0,-1-1 0,4-1 0,-3 1 0,5 1 0,-2 0 0,3 0 0,-1 2 0,1-1 0,0 2 0,0 2 0,-3 2 0,-1-1 0,0 3 0,-4 3 0,3 1 0,-4 3 0,2-1 0,1-5 0,-6 6 0,5-6 0,-2 6 0,3-6 0,5 5 0,-5-5 0,5 2 0,-2-3 0,3-2 0,0 1 0,0-1 0,-1 2 0,1-2 0,3-2 0,0-2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46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1075 24575,'0'-6'0,"2"2"0,-1-1 0,2 1 0,0-2 0,-3 0 0,3 0 0,-3-1 0,3 1 0,0 0 0,1-3 0,-1 2 0,-1-2 0,2-3 0,5-4 0,-5 0 0,2-2 0,-4 5 0,2 1 0,2 2 0,0-2 0,-2-3 0,4 2 0,-4-5 0,5 6 0,-5-1 0,6-5 0,-9 8 0,12-13 0,-12 12 0,10-7 0,-6 5 0,1 4 0,-1 0 0,-4 3 0,5-1 0,-6 1 0,3 0 0,0 0 0,-2-1 0,1 1 0,1 3 0,-2-3 0,4 5 0,-4-4 0,5 4 0,-6-4 0,6 1 0,-6-2 0,6 0 0,-2 2 0,2-4 0,-3 4 0,3-3 0,-3-1 0,3 4 0,1-5 0,2 0 0,0-1 0,1-2 0,2-1 0,-5 3 0,14-11 0,-5-1 0,7-3 0,-5-3 0,14-14 0,-13 17 0,22-26 0,-11 15 0,-3 4 0,10-12 0,-19 19 0,4 2 0,-11 5 0,5-9 0,-5 11 0,6-10 0,-8 16 0,3-2 0,-5 2 0,2 1 0,-3 0 0,-2 2 0,1 4 0,-4 0 0,2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49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4907 572 24575,'-6'-2'0,"0"1"0,-3-2 0,-15-2 0,-6-1 0,-33 0 0,-4-12 0,-19 9-525,35-2 1,-2 0 524,-1 4 0,-1-1 0,-7-3 0,-3-1 0,-3 3 0,0 0-752,-1-2 1,-1-1 751,-4 3 0,0 2 0,-5-1 0,0-1 0,4-3 0,0 0 0,-3 3 0,-1 0 0,-1-7 0,2 0 0,8 3 0,-1 1 0,-6-1 0,-1 0 0,8-3 0,1 2 0,0 4 0,0 2 0,1-4 0,-1 0 0,-14-3 0,1 1 0,18 5 0,0-1 0,-6-4 0,-4 0 0,-18-1 0,4 2 0,34 4 0,1 1 0,-29-7 0,2 3-20,-3 4 20,25-3 0,-23 10 0,23-4 0,-16 5 0,9 0 0,-9 0 967,16 0-967,-14 0 1581,16 0-1581,-29 0 0,-4 0 0,-1 0 0,5 0 0,29 0 24,-6 0-24,15 0 0,-16 0 0,-3 0 0,-2 0 0,11 0 0,6 0 0,15-5 0,6 1 0,-2-2 0,19 4 0,-2 2 0,9 2 0,3 2 0,3 2 0,0 0 0,3 1 0,1 7 0,2-3 0,-2 6 0,5-4 0,0 19 0,3 0 0,15 21 0,-5 3 0,4-6 0,6 9 0,-13-14 0,18 6 0,-5-2 0,7 3 0,-8-4 0,6 3 0,-8-10 0,2 5 0,1-11 0,-3 3 0,-1 0 0,4-3 0,-1 11 0,-5-14 0,11 16 0,-9-8 0,1-1 0,4 8 0,-7-16 0,6 9 0,14 21 0,-1-12 0,5 23 0,-8-29 0,2 7 0,-6-6 0,-3-5 0,1 10 0,-10-18 0,13 19 0,-10-9 0,14 4 0,10 11 0,3-13 0,2 8 0,-16-15 0,-9-3 0,1 1 0,-9-5 0,3-1 0,-15-4 0,2-7 0,-8 0 0,-1-10 0,1 2 0,-4 0 0,3 0 0,-3 4 0,1-1 0,1 1 0,-1-1 0,2 1 0,0-1 0,-2 1 0,1-1 0,2 11 0,1-3 0,2 5 0,-2 8 0,0 8 0,-3 8 0,4-3 0,-4-4 0,0-7 0,5 10 0,-9-10 0,9 7 0,-9-16 0,9 16 0,-6-21 0,2 20 0,0-20 0,-5 7 0,6-5 0,-6-4 0,3-3 0,-2 1 0,-1-8 0,2 4 0,-3-3 0,3 1 0,-3-1 0,3 0 0,0 2 0,-3-6 0,3 6 0,-3-5 0,0 5 0,3-5 0,-2 5 0,2-5 0,-1 7 0,-1-3 0,2 1 0,0 3 0,-3-5 0,6 5 0,-6-5 0,6 2 0,-3-5 0,1 5 0,2-5 0,-6 2 0,6-3 0,-6 0 0,3 0 0,0 0 0,-2 1 0,4-1 0,-4 0 0,4 0 0,-1 1 0,-1-1 0,3 0 0,-3 0 0,4 1 0,-1-1 0,0 0 0,0 0 0,1 1 0,-1-4 0,-3 0 0,0-3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50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1691 0 24575,'-6'12'0,"5"-4"0,-11 17 0,7-13 0,-7 26 0,-19 15 0,8 6 0,-1-15 0,-1 0 0,-3 24 0,-13 15-759,6-7 759,14-30 0,-2 3 0,-13 24 0,-1 1 0,11-20 0,1 1-626,-12 23 1,0-2 625,10-25 0,2-3 0,1 5 0,0 1 0,-7 1 0,1 1 0,5 1 0,1 2 0,-2 0 0,-3 2 0,-8 22 0,-1 2 0,11-17 0,0 1 0,-10 10 0,0 0 0,7-10 0,3-3 0,7-14 0,-1-2 0,-5 11 0,-2 2 0,3 5 0,0-1 0,1-13 0,0-1 154,-1 10 0,1-2-154,-9 13 1273,8-18-1273,0 6 0,1-6 0,-2 9 0,5 0 0,-9 0 429,8 0-429,-8-9 0,2 17 0,9-23 0,-7 14 0,7-9 0,1-8 0,5 8 0,3-11 0,5-8 0,-4 25 0,-1-1 0,1 10 0,2-6 0,-2-20 0,4-9 0,-1-2 0,0-14 0,5-1 0,-2-9 0,3 0 0,0-8 0,3 1 0,-2-7 0,1 1 0,-2-2 0,0 3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52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24575,'7'0'0,"-1"0"0,-3 3 0,0 0 0,-3 3 0,0 1 0,0-1 0,0 0 0,-3 0 0,0 1 0,-3-1 0,-1 0 0,4-5 0,0-2 0,3-5 0,3 0 0,-2-1 0,1 4 0,-2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53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 24575,'0'6'0,"0"3"0,0-2 0,0 2 0,-3 3 0,0-5 0,-1 5 0,1-6 0,3 1 0,0-7 0,0-3 0,6-7 0,-2-2 0,2-1 0,0 4 0,-3 0 0,4-1 0,-1 4 0,0-3 0,-3 8 0,0 2 0,-3 5 0,0 0 0,0 0 0,0 1 0,0-1 0,0 0 0,0-3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55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24575,'-2'3'0,"1"3"0,-2 0 0,3 1 0,0 5 0,0-5 0,-3 2 0,3-3 0,-3 3 0,3-2 0,0 2 0,-3-3 0,2 0 0,-1 1 0,2-1 0,0 0 0,0 0 0,-3-2 0,2-4 0,-2-4 0,6-2 0,-2-3 0,4-1 0,-4 1 0,5 0 0,-6 2 0,6 1 0,-5 3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56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24575,'3'-2'0,"3"1"0,-5-2 0,1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5:59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5528 1 24575,'0'6'0,"0"0"0,-3 1 0,-4 12 0,-1-1 0,-3 11 0,-5 13 0,0-4 0,-10 25 0,1 2 0,-9 11-751,-2 9 751,14-37 0,0-1 0,0 1 0,-1 1 0,1 5 0,-1-1 0,1-5 0,0 1 0,-1 7 0,-1 1 0,-2-6 0,0 0 0,2 7 0,-1 0 0,-1-8 0,0-1 0,3 3 0,1 0 0,-1 1 0,0 1-754,-4 13 0,-1 2 754,3-5 0,0 4 0,0 0 0,-2 5 0,0-2 0,-4 10 0,0 0-736,5-13 1,-1 3 0,0-3 735,-7 12 0,2-3 0,2 6 0,0 1 0,-7-3 0,1 1 0,8 7 0,1 1 0,-8-3 0,-5 6 0,9-19 0,-5 8 0,0 1 0,3-7 0,1-3 0,2-5 0,-3 7 0,-1-3 0,-4 8 0,-1 2 0,0-4 0,6-9 0,0-5 0,3-7 0,0 2 0,-8 17 0,-1 4 0,0 0 0,1 0 0,-1 1 0,1-3 0,4-11 0,0-2 0,0 3-845,-8 15 1,0 3 0,0-5 844,7-18 0,0-3 0,0-2 0,1 0 0,-1 0 0,1-1-432,-1 0 0,1 1 0,-1 0 432,1-1 0,-1 1 0,1-1 0,0 1 0,-1-1 0,0 1 0,-2 0 0,-1-1 0,1 1 0,2 0 0,0 0 0,-1-1 0,-1 1 0,-1 0 0,1 0 0,2 2 0,0 2 0,1-2 0,-14 23 0,1-1 0,3 8 0,2-2 0,0-10 0,1-2-185,3 0 0,0-1 185,-3 1 0,-2-3 0,-2-9 0,0-1 272,7 2 0,-1 0-272,-7-9 0,-3 3 0,12-4 0,0 4 0,0-3 0,-10 3 0,-1 0 0,10-5 0,-1 4 0,0-2 0,-18 22 0,1-4 0,7-12 0,1 1 0,-11 18 0,1 0 0,13-23 0,2-3 0,-1-4 0,1 2 0,2 7 0,0-2 753,2-13 0,1-1-753,-1 13 0,0 2 0,-5 4 0,-1-1 0,5-11 0,-2 2 0,-17 29 0,3-3 0,-8-4 0,21-18 0,4-4 2058,8-11-2058,-16 21 464,29-40 1,-3 7 0,15-25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01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230 134 24575,'0'-7'0,"3"4"0,-3-3 0,6 3 0,-3-3 0,6-1 0,-2 4 0,5-3 0,-5 3 0,8-6 0,-2 2 0,13-2 0,17 5 0,1 2 0,11 2 0,-20 3 0,-7-2 0,-5 6 0,-10-3 0,5 3 0,-6 2 0,1 1 0,-4 2 0,3 1 0,0 4 0,2 2 0,3 5 0,-5-5 0,0-1 0,-9-5 0,3-1 0,-5 6 0,1-4 0,-2 4 0,0-5 0,-2-1 0,1 1 0,-8-1 0,5 1 0,-5-1 0,3 1 0,-3-1 0,-8 8 0,2-6 0,-5 5 0,2-5 0,-15 16 0,5-11 0,-15 20 0,8-14 0,-5 3 0,3-8 0,-16-1 0,29-13 0,-18 2 0,28-8 0,-3 0 0,-1-5 0,7-2 0,-4-3 0,5-7 0,-10-3 0,6-5 0,-7-12 0,7 2 0,1-10 0,-9-8 0,4 6 0,-1-7 0,1 19 0,11-7 0,0 16 0,2-16 0,4 16 0,-4-7 0,5 14 0,0 1 0,0-2 0,0 8 0,3-2 0,0 6 0,3 6 0,1-3 0,-1 5 0,0 0 0,0 0 0,3 0 0,6 3 0,-7-2 0,3 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0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1 283 24575,'27'-38'0,"-2"4"0,-15 27 0,2-2 0,26 2 0,13 4 0,27-1 0,17 4-871,2 0 871,-45 0 0,2 0 0,2-1 0,4 2 0,30 5 0,4 3 0,-18-5 0,0 3-618,-8 2 1,3 2-1,-5 0 618,6-2 0,-5 0 0,-2 2 0,-3 1-166,-7-5 0,-3 1 166,33 12 0,-29-7 0,-5 9 775,-30-11-775,6 6 1898,-17-4-1898,2-4 383,-1 8-383,-1-6 0,12 16 0,-4 4 0,5-6 0,-8 8 0,-5-14 0,-2 5 0,0 0 0,-4 0 0,0 30 0,-4-22 0,-5 31 0,-1-28 0,-4 0 0,1-2 0,-6 0 0,-12 8 0,-4 0 0,-9 3 0,7-10 0,-15-4 0,-3-1 0,-32-1 0,26-14 0,-3-1 0,4 0 0,-1-2-308,-12 0 0,3-1 308,-22-2 0,-5-1 0,26-7 0,2-5 0,11-1 0,19-7 0,2-1 0,9-2 0,5 2 616,-3-2-616,10-2 0,-5 3 0,9-3 0,-11-14 0,0-10 0,-2-11 0,-5-11 0,12 8 0,-4-9 0,0 10 0,5 1 0,-8 10 0,8-10 0,-3 7 0,4-6 0,6-1 0,-4 8 0,9-8 0,-4 0 0,5 8 0,3 1 0,-2 12 0,6 9 0,-6-9 0,5 12 0,-2-5 0,2 8 0,0 6 0,1-2 0,-4 5 0,0 5 0,-3-2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05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 24575,'3'6'0,"-2"0"0,4-3 0,-4 3 0,4-2 0,-4 2 0,5 0 0,-6 0 0,6 0 0,-5 1 0,4 2 0,-4 0 0,4 1 0,-4 2 0,7-2 0,-3 2 0,4 1 0,0 2 0,-5-2 0,4 0 0,-7-4 0,2-3 0,-1 3 0,2-2 0,-1 5 0,3-3 0,-6 1 0,3-1 0,-3 0 0,0-2 0,3 2 0,-2 0 0,2 6 0,-1-1 0,-1 4 0,2-8 0,-3 7 0,0-6 0,-3 3 0,0 1 0,-4-5 0,1 3 0,3-1 0,-3-5 0,5 2 0,-4-3 0,1-3 0,-5 6 0,2-8 0,1 7 0,1-7 0,1 2 0,-2 0 0,0-3 0,-1 3 0,1-3 0,0 0 0,0-3 0,-1 3 0,4-6 0,-3 5 0,6-4 0,-6 4 0,0-7 0,2 4 0,-5-5 0,6 0 0,-1-1 0,-1 0 0,1-2 0,-2 0 0,-4-6 0,5 4 0,-6-8 0,8 11 0,-1-4 0,-2 4 0,5 1 0,-4 0 0,4-2 0,-2 3 0,1-1 0,1-5 0,-2 5 0,3-3 0,0-1 0,0 6 0,0-4 0,0 6 0,3 0 0,-2 0 0,4-1 0,-1-2 0,2 3 0,0-3 0,0 2 0,1 1 0,-1 0 0,3 0 0,-2-1 0,2 1 0,-3-3 0,3 2 0,1-2 0,-1 3 0,3 0 0,-5-1 0,5 1 0,-5 0 0,-1 0 0,0 2 0,-6 1 0,3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07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155 112 24575,'0'-9'0,"3"2"0,-2 2 0,4 1 0,-4-2 0,4 3 0,-1-6 0,2 5 0,0-5 0,-2 3 0,1-3 0,-1 5 0,-1-5 0,3 9 0,-5-6 0,4 6 0,-1-6 0,-1 2 0,5-2 0,-3 3 0,9 0 0,-3 3 0,4 0 0,-3 3 0,-2-3 0,-1 3 0,-6 0 0,3-2 0,-5 4 0,2-1 0,-1 2 0,2 0 0,-1 0 0,3-2 0,-3 4 0,3-4 0,1 5 0,-1 0 0,3-2 0,-2 5 0,-1-5 0,-6-1 0,-1 0 0,-4-3 0,4 4 0,-4-1 0,4 0 0,-5 0 0,6 1 0,-6-1 0,0 6 0,-4-5 0,1 5 0,0-3 0,2-2 0,1 5 0,-3-2 0,2-1 0,-5 3 0,5-5 0,-4 2 0,4-3 0,-2 0 0,2-2 0,1-1 0,3-1 0,-3 2 0,3-1 0,-4 0 0,1-3 0,0 0 0,0 0 0,-1-5 0,-2 0 0,0-6 0,-4 4 0,-10-12 0,8 7 0,-8-4 0,10 4 0,4 2 0,-3 0 0,5 1 0,-8-5 0,5 3 0,-3-5 0,4 7 0,6 3 0,0 0 0,3 0 0,3 2 0,-2-1 0,4 4 0,-1-5 0,2 3 0,0 0 0,-2-3 0,4 2 0,-4-2 0,5 0 0,-3 0 0,1 0 0,-4 2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41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24575,'3'4'0,"14"11"0,0-5 0,25 22 0,-15-13 0,22 17 0,-9-7 0,-1-1 0,39 26 0,-31-21 0,21 13 0,-23-17 0,-18-12 0,10 9 0,-12-7 0,-2 1 0,0-4 0,-9-6 0,4 4 0,-1 0 0,-3-4 0,9 5 0,-10-5 0,16 11 0,-14-9 0,8 7 0,-11-12 0,6 6 0,-4-6 0,0 1 0,-2 0 0,-5-6 0,2 6 0,-3-4 0,1 2 0,-1 0 0,0-2 0,-2 1 0,1-4 0,-1 2 0,-1-1 0,3-1 0,-3 5 0,9 0 0,-5 1 0,5 2 0,-3-3 0,-2 0 0,5 3 0,-2-2 0,2 5 0,1-5 0,-4-1 0,0 0 0,-2-3 0,-1 1 0,0-2 0,-2 1 0,1-2 0,-1 2 0,2-3 0,0 3 0,0-3 0,1 3 0,-1 0 0,0-3 0,0 6 0,1-5 0,-1 4 0,0-4 0,-2 4 0,1-1 0,-4 2 0,2 0 0,-3 1 0,0-1 0,2 0 0,-1 3 0,5 1 0,1 13 0,0-8 0,3 13 0,-3-8 0,-3 4 0,2 0 0,-5 0 0,6 0 0,-6 0 0,6-1 0,-2 1 0,-1 0 0,2-5 0,-1 4 0,2-5 0,0 7 0,0-6 0,-1-1 0,-2-6 0,2 6 0,-5-4 0,2 3 0,0 1 0,-2 1 0,2 0 0,-3-1 0,2-6 0,-1 6 0,2 7 0,-3-7 0,0 4 0,0-12 0,0 2 0,0 1 0,0-1 0,3 1 0,-3 2 0,3-4 0,0 3 0,-2-7 0,1-1 0,-2-3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55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85 24575,'6'0'0,"0"0"0,3 0 0,6 4 0,13-4 0,7 9 0,19-8 0,2 10 0,-1-10 0,-1 5 0,-19-2 0,9 0 0,-18 0 0,9 3 0,-16-3 0,-4 0 0,-4-1 0,-4-3 0,8 0 0,-8 0 0,5 3 0,-6-2 0,4 1 0,4-2 0,5 0 0,0 0 0,13 0 0,-11 0 0,7 3 0,3 3 0,-9-2 0,11 4 0,-15-7 0,0 5 0,10-1 0,-7-2 0,14 4 0,-11-6 0,-5 3 0,-2-1 0,-7-3 0,-1 3 0,-6-6 0,-3 0 0,-3-6 0,-3 2 0,2-2 0,-1 3 0,4-1 0,-2 1 0,0 0 0,3 0 0,-3-1 0,0 1 0,2 0 0,-4 0 0,4-1 0,-4 1 0,4 0 0,-5 0 0,3-1 0,0 1 0,-3 3 0,2-3 0,1 3 0,-3-3 0,0-1 0,-1 1 0,-10-1 0,1-4 0,-7 2 0,4-1 0,1 3 0,8 3 0,7 1 0,1 6 0,10 1 0,-4-1 0,5 3 0,-2-3 0,2 3 0,0 3 0,4-2 0,-1 2 0,1-2 0,-3 2 0,1-2 0,-4 2 0,5 0 0,1 0 0,0 1 0,-1-1 0,0 0 0,-5-2 0,8 8 0,-8-5 0,11 11 0,-11-7 0,5 1 0,-3-3 0,-2-5 0,2 4 0,0-4 0,1 2 0,-1-2 0,0-1 0,-2-3 0,-7 0 0,0-3 0,-7 0 0,1 0 0,0 0 0,-3 0 0,-1 0 0,-7 0 0,3 3 0,-18-2 0,2 1 0,-15-2 0,-17 0 0,4 0 0,-7 0 0,11 0 0,19 0 0,2 0 0,9 0 0,8 0 0,-1 0 0,13 0 0,-2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59.4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0 682 24575,'4'-3'0,"1"3"0,-1-6 0,2 5 0,-3-4 0,3 1 0,-3-5 0,4 0 0,2-1 0,-2-2 0,2 2 0,0-2 0,0-1 0,1 1 0,5-6 0,-8 4 0,5-1 0,-6 3 0,1 5 0,2-5 0,-2 5 0,2-4 0,-3 1 0,0 0 0,3 1 0,-2 0 0,5-3 0,-5-4 0,7 0 0,-9 0 0,6 7 0,-7 0 0,2 2 0,0 1 0,0 0 0,-2 0 0,1-1 0,-1-2 0,5 0 0,-2-1 0,2-2 0,-3 5 0,3-2 0,-5 0 0,5 2 0,-3-4 0,4 1 0,-1-3 0,0 4 0,0-6 0,-2 7 0,2-3 0,0-4 0,-2 4 0,5-4 0,-5 3 0,2 2 0,0 0 0,-2-1 0,2 1 0,-3 0 0,0 1 0,1 0 0,-1 2 0,0-4 0,0 4 0,-2-2 0,1 5 0,-1-1 0,-1 1 0,0-2 0,0 0 0,-2 5 0,1 2 0,-2 5 0,0 0 0,-2 6 0,1-2 0,-2 6 0,3-7 0,-3 3 0,3 3 0,-3-4 0,3 6 0,0-8 0,0 4 0,0-1 0,0-2 0,0-1 0,0 0 0,0-2 0,0 2 0,0-3 0,0 3 0,0-7 0,0 0 0,0-9 0,3 1 0,-3 0 0,3-3 0,-3-3 0,0-2 0,0 2 0,3 3 0,-2 0 0,1-1 0,-2 0 0,0 1 0,0 0 0,0 2 0,0-2 0,3 3 0,-2 0 0,2 0 0,-3-1 0,0 1 0,0 0 0,0 0 0,0-1 0,0 1 0,0 0 0,0 0 0,-3 2 0,-1 1 0,-5 3 0,2 0 0,-9 0 0,7 3 0,-7-2 0,6 2 0,-8 0 0,5-2 0,-10 3 0,9-2 0,-1-1 0,6 2 0,3-3 0,3 0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38.5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24575,'3'3'0,"0"0"0,0 1 0,-2 1 0,1-1 0,1 5 0,1 1 0,3 7 0,-1-3 0,-2 3 0,2-7 0,-3-1 0,1-5 0,-2-2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45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1707 0 24575,'0'7'0,"0"-1"0,0 3 0,0 0 0,3 9 0,-2 1 0,8 14 0,-3 2 0,0 10 0,4-1 0,-9 0 0,9 1 0,-9-1 0,4-8 0,-5-3 0,0-10 0,0 12 0,0-9 0,0 9 0,0-2 0,0-7 0,0 25 0,0-13 0,0 25 0,0-17 0,-6 17 0,-1-7 0,-6 9 0,6 0 0,-4-9 0,4 6 0,1 3 0,-6 31 0,10-14 0,-4 2 0,6-21 0,-5-16 0,-1 6 0,-1-8 0,-8 28 0,9-30 0,-6 28 0,5-45 0,6 16 0,-7-7 0,6 10 0,-8-1 0,4 1 0,-5-1 0,5 0 0,-2-8 0,7 6 0,-8-7 0,8 20 0,-4-17 0,5 15 0,0-27 0,0 7 0,0-9 0,0 0 0,0-6 0,0 0 0,0 0 0,0-5 0,0 2 0,3-9 0,-5-3 0,1-6 0,-5 3 0,0-6 0,-9 5 0,4-4 0,-20-6 0,10 3 0,-22-8 0,-1 5 0,-12 5 0,0-5 0,-6 4 0,-5-4 0,18 4 0,1-1 0,20 5 0,13-1 0,-8 1 0,10 1 0,-4 1 0,3-2 0,-4 0 0,1 3 0,3-3 0,-8 3 0,8 0 0,-9 0 0,9 0 0,-8 0 0,3 0 0,-5 0 0,5 0 0,2 0 0,4 0 0,-5 0 0,4 0 0,-1 0 0,1 0 0,3 3 0,-4-3 0,5 9 0,-7-8 0,6 5 0,-6-6 0,-11 0 0,6 0 0,-12 0 0,15 0 0,-4 0 0,10 0 0,-10 0 0,4 0 0,-5 0 0,0 0 0,5 0 0,1 0 0,5 0 0,1 0 0,2 0 0,-4 2 0,3 2 0,-1-1 0,-5 0 0,9 0 0,-9-2 0,7 7 0,-2-7 0,-1 8 0,1-6 0,2 1 0,-2 1 0,5-1 0,-2-1 0,3 0 0,0-3 0,-3 0 0,2 0 0,-2 0 0,3 0 0,-1 0 0,-2 0 0,2 0 0,-2 0 0,3 0 0,3 0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46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1414 323 24575,'0'-7'0,"-3"4"0,-3-3 0,-23-7 0,-12 1 0,-11-12 0,2 8 0,-1 0 0,-14-12 0,9 11 0,-1 1 0,-10-9 0,2 11 0,2-10 0,8 4 0,-1 1 0,11-1 0,12 10 0,9-2 0,6 5 0,3 3 0,6-2 0,3 6 0,-1-3 0,1 3 0,3 3 0,-6-3 0,2 6 0,-5-5 0,-1 1 0,1 1 0,-6-2 0,2 4 0,-2-4 0,5 2 0,4-3 0,3 0 0,0 0 0,-1 0 0,1 0 0,-8 0 0,5 0 0,-8 0 0,7 0 0,-2-3 0,2 2 0,-2-1 0,5 2 0,-4-3 0,1 2 0,0-4 0,-2 1 0,5 1 0,-9 0 0,7 3 0,-5 0 0,8 0 0,0 0 0,0 0 0,-3 0 0,-1 0 0,0 0 0,1 0 0,0 0 0,2 0 0,-2 3 0,0-3 0,2 3 0,-5 0 0,3-2 0,-9 1 0,7 1 0,-7-2 0,8 2 0,1-3 0,0 2 0,5-1 0,1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48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641 502 24575,'0'-6'0,"0"-1"0,-3 1 0,2 0 0,-2 0 0,1 0 0,-2-1 0,1 1 0,-6-6 0,2 5 0,-2-8 0,0 8 0,2-5 0,-2 3 0,0-4 0,-9-5 0,4 4 0,-9-5 0,9 6 0,-4-1 0,1 0 0,6 4 0,-6-1 0,5-1 0,-2 2 0,2-3 0,-3 2 0,5 4 0,-5-2 0,-1-3 0,6 4 0,-5-1 0,8 1 0,-2 7 0,0-8 0,3 6 0,-4-3 0,4 2 0,0-2 0,0 6 0,-3-6 0,-1 3 0,-2-6 0,-1 5 0,1-5 0,2 6 0,1-1 0,3-1 0,-1 4 0,1-4 0,0 4 0,0-5 0,-1 3 0,1-1 0,3-1 0,-3 4 0,0-4 0,-9-2 0,-5 0 0,-4-2 0,7 2 0,0 3 0,8-2 0,-1 3 0,4-3 0,3-1 0,3 4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36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7:20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132 1 24575,'0'6'0,"0"0"0,0 1 0,0 2 0,0 0 0,0 18 0,0 14 0,0 6 0,0 8 0,0-11 0,0 1 0,0 8 0,0 3 0,0 29 0,0-15 0,0 6 0,0-3 0,0-33 0,0 13 0,0-29 0,0-6 0,0 0 0,0-8 0,0-1 0,0-9 0,3 0 0,-2-6 0,1-1 0,-2 1 0,3 3 0,-2-6 0,4 5 0,-4-8 0,7 0 0,-3 1 0,4-3 0,-3 4 0,-3-2 0,3-1 0,-3 1 0,4-6 0,-1 4 0,1-9 0,-1 9 0,1-4 0,-1 6 0,1-1 0,-4 1 0,3 2 0,-3 1 0,3 3 0,-2 0 0,1-1 0,-7 4 0,4 3 0,-7 1 0,4 4 0,-4-1 0,1 5 0,-8 6 0,2-1 0,-5 4 0,4-1 0,-1-3 0,2 4 0,-4-1 0,4-3 0,-5 9 0,8-10 0,-7 5 0,7-8 0,-2 1 0,3-4 0,0 0 0,2-2 0,2-7 0,2 1 0,0-5 0,0 0 0,0 0 0,0-1 0,0 1 0,0-3 0,-3-1 0,-1-2 0,-10-16 0,9 11 0,-13-16 0,9 9 0,0 4 0,0-1 0,5 7 0,1 6 0,0-4 0,3 6 0,0 3 0,0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7:23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209 0 24575,'0'9'0,"0"-2"0,0 2 0,0 0 0,0 1 0,0 7 0,-3 2 0,-2 5 0,1 9 0,-5 2 0,3 10 0,0 8 0,-4-6 0,4 7 0,-6-1 0,0 3 0,0 0 0,0-3 0,1-8 0,4-1 0,-1-9 0,4-7 0,-3-10 0,4-8 0,-3 1 0,6-4 0,-6 2 0,5-2 0,-4-1 0,4 0 0,-2 0 0,1 1 0,1 2 0,-8 6 0,5-1 0,-5 9 0,-1-4 0,5 0 0,0-4 0,8-14 0,-3-2 0,6-6 0,0-4 0,4 4 0,2-6 0,4-6 0,-5 7 0,2-6 0,-10 9 0,3 3 0,-3 0 0,0 0 0,3-1 0,-3 1 0,4 0 0,-4-3 0,3 5 0,-6-5 0,6 9 0,-3-6 0,1 3 0,1-4 0,2-2 0,0 0 0,2-1 0,-3 1 0,0 0 0,0 5 0,1-7 0,-4 7 0,3-3 0,-6 2 0,6 4 0,-8-2 0,-2 6 0,0 1 0,-7 2 0,6 8 0,-14 7 0,7 0 0,-9 7 0,6-9 0,1-1 0,-3 6 0,4-8 0,3 0 0,5-1 0,2-8 0,2 2 0,-1-3 0,2-5 0,0-5 0,0-3 0,0-2 0,0 3 0,0 0 0,0-1 0,0 1 0,0-3 0,0 2 0,0-5 0,0 6 0,0-6 0,0 2 0,-3-2 0,2-1 0,-4 1 0,4 2 0,-2-2 0,3 2 0,-3-2 0,3 2 0,-3-2 0,0 3 0,2-1 0,-4-2 0,4 5 0,-4-2 0,4 3 0,-5 0 0,6 2 0,-3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7:24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24575,'0'6'0,"0"3"0,3-5 0,-3 4 0,3-4 0,-3 2 0,0 0 0,3-2 0,-3 1 0,3-4 0,-3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7:26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251 250 24575,'-3'-6'0,"2"0"0,-4 0 0,1-3 0,-2-1 0,0 0 0,-3-2 0,-4-3 0,3 1 0,-5-4 0,8 8 0,-5-1 0,5 1 0,-2 0 0,0 1 0,2 3 0,-4 0 0,1-3 0,0 2 0,-2-2 0,3 3 0,-1-1 0,-2 1 0,3-3 0,-1 5 0,1-2 0,5 4 0,-1 1 0,4-5 0,-4 6 0,1-3 0,1 0 0,0 2 0,3-1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7:28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739 0 24575,'0'7'0,"-2"-1"0,-2 3 0,-5 1 0,-1 2 0,-25 18 0,12-12 0,-32 24 0,1 7 0,-2 1 0,-5 17 0,29-27 0,2 1 0,-13 24 0,-14 17 0,1-1 0,24-17 0,-14 9 0,32-11 0,-4-24 0,1 13 0,7-30 0,-3 6 0,10-17 0,-1-1 0,4-6 0,1-3 0,2-3 0,0-1 0,-3-1 0,3 1 0,0-2 0,-2 0 0,1 0 0,1-1 0,1 1 0,2 0 0,0-3 0,7-9 0,-2 7 0,4-14 0,-3 17 0,4-7 0,-3 6 0,5-2 0,-6 2 0,1-3 0,-3 2 0,-1-2 0,0-1 0,-3 3 0,4-1 0,-4 4 0,0-2 0,0 0 0,-2 2 0,-4 0 0,-4 5 0,-2 2 0,0 2 0,0-1 0,-1 5 0,-2-3 0,2 3 0,-4 1 0,1 2 0,0-2 0,1 2 0,0-6 0,2 3 0,-2-3 0,3 3 0,0 1 0,-1 2 0,1-2 0,0 2 0,0-3 0,-1-3 0,4 3 0,-5-3 0,3 3 0,-4-2 0,-2 7 0,3-6 0,-9 9 0,3-4 0,1 0 0,2-4 0,1 2 0,4-6 0,-1 6 0,5-10 0,2 1 0,0-5 0,0 0 0,0 0 0,2-3 0,-1-6 0,5 1 0,-6-8 0,6 8 0,-6-18 0,7 11 0,-6-12 0,6 9 0,-6-9 0,5 12 0,-5-20 0,4 25 0,-4-11 0,4 18 0,-4 0 0,2 2 0,-3 4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24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24575,'6'4'0,"1"1"0,-1-4 0,3 7 0,1-7 0,-1 8 0,3-6 0,3 4 0,-1-1 0,9 1 0,-4 4 0,5 1 0,0 4 0,-5-2 0,9 7 0,-8-5 0,4 1 0,-6-3 0,-6-8 0,4 9 0,0-2 0,-3 0 0,-1-1 0,-6-6 0,3 3 0,-2-4 0,-1 3 0,0-5 0,-3 4 0,0-1 0,3 0 0,-5 0 0,4 1 0,-1-1 0,5 3 0,-2-2 0,2 2 0,-6-3 0,3 0 0,-3 1 0,1-1 0,1 0 0,-1 0 0,-1 1 0,3-1 0,-3-3 0,6 6 0,-5-5 0,7 2 0,-1 5 0,1-9 0,0 9 0,-4-7 0,-1 2 0,0 0 0,0 0 0,-2-2 0,-1-1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26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1 996 24575,'0'-10'0,"3"4"0,-3-3 0,3 5 0,3-10 0,-5 3 0,10-4 0,-10 3 0,9-6 0,-7 4 0,1-18 0,2 16 0,-5-24 0,4 24 0,1-25 0,1 25 0,8-25 0,-3 9 0,7-4 0,-10 7 0,4 1 0,-9 15 0,2-9 0,0 12 0,-6 1 0,6-3 0,-3 5 0,1-2 0,-2 3 0,-2-1 0,3 4 0,-2-3 0,5 3 0,-6-3 0,3-1 0,-3-2 0,0 2 0,0-2 0,0 3 0,3-3 0,-3 2 0,3-2 0,-3 0 0,0 2 0,0-4 0,0-4 0,0 1 0,0-1 0,0 3 0,0 3 0,0-4 0,0 4 0,0-3 0,0 2 0,0 0 0,0-4 0,0 6 0,0-6 0,0 4 0,0 0 0,3 4 0,-2 0 0,1 3 0,-2-3 0,0-1 0,0 1 0,3 3 0,-2-3 0,2 3 0,-3-4 0,0 1 0,0 0 0,0-3 0,0-4 0,0 0 0,0 1 0,2 0 0,-1 5 0,2-2 0,-3 3 0,3 2 0,-3-1 0,3 1 0,-3-2 0,0 0 0,0 2 0,0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28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1958 24575,'0'-6'0,"0"-3"0,3-1 0,-2-2 0,1-1 0,1 1 0,-2-1 0,2-4 0,-3-2 0,2 0 0,-1-3 0,2-6 0,-3-8 0,0-8 0,0 0 0,0-10 0,5 7 0,-4-15 0,10 6 0,-4-9 0,-3 15 0,-1-3 0,1-3 0,-2-1 0,-2-4 0,0 1 0,0 7 0,0 0 0,0-3 0,0 0 0,0-27 0,0 26 0,0-1 0,0 5 0,0 1 0,0-38 0,0 3 0,0 15 0,0 25 0,0-16 0,0 26 0,0-5 0,0 18 0,0 5 0,0 1 0,0 9 0,0 5 0,0 5 0,0 5 0,0 0 0,0 3 0,0-2 0,0 2 0,0-2 0,0-1 0,0 0 0,0 0 0,3-2 0,-3 1 0,3-1 0,-3 2 0,0 0 0,0 1 0,0-1 0,3-3 0,-2 3 0,2-3 0,-3 3 0,0 1 0,2 2 0,-1 0 0,2 9 0,-3-4 0,3 8 0,2-3 0,-1 0 0,0 13 0,-1-11 0,-2 21 0,3-7 0,-4 19 0,0-7 0,0 15 0,0-6 0,0 9 0,0 29 0,0-31 0,0 28 0,0-35 0,0 0 0,0 7 0,-5-16 0,3 6 0,-2 1 0,4-8 0,0 8 0,0-19 0,0-2 0,0-9 0,0-5 0,0-4 0,0-6 0,0-9 0,-3 0 0,2-7 0,-2 1 0,3 0 0,-3 0 0,3-1 0,-6 4 0,6-3 0,-3 6 0,3-3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31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0 928 24575,'3'-7'0,"-2"1"0,4 3 0,-1 0 0,-1 0 0,3 2 0,-3-1 0,0-1 0,3 2 0,-2-2 0,2 1 0,0 1 0,0-5 0,0 3 0,1-3 0,-1-3 0,9-4 0,-4 0 0,7-2 0,-1 1 0,-3 1 0,9-3 0,-10 3 0,10-2 0,-9 2 0,3-1 0,5-8 0,-7 10 0,7-9 0,-10 14 0,0-5 0,6 1 0,-4 1 0,3-3 0,-4 6 0,5-8 0,-4 8 0,1-8 0,-3 8 0,-3-2 0,4 3 0,-3-3 0,1 2 0,-1 1 0,0 3 0,-1 0 0,-3 3 0,0-3 0,1 3 0,-4-3 0,3 2 0,-3-4 0,3 4 0,-2-5 0,1 6 0,-1-3 0,2 0 0,0 3 0,-2-6 0,1 5 0,-1-1 0,-1-1 0,3-1 0,-3 1 0,4-3 0,-1 6 0,-3-6 0,3 3 0,-3-1 0,1-1 0,1 4 0,-1-5 0,2 3 0,0-3 0,3-1 0,1 1 0,0-3 0,1 2 0,-4-2 0,2 3 0,0 0 0,-2-1 0,2-2 0,-2 2 0,2-7 0,-2 6 0,2-4 0,0 1 0,-2 0 0,-1-1 0,2 3 0,-6 2 0,6 4 0,-7-3 0,4 3 0,-1-6 0,2 2 0,0-2 0,0 3 0,-2 0 0,1-1 0,-4 1 0,5 0 0,-3 0 0,1-1 0,1 4 0,-1-5 0,2 6 0,-3-6 0,3 7 0,-6-4 0,6 4 0,-5-5 0,4 3 0,-1-3 0,2-1 0,-3 1 0,3 3 0,-5-3 0,4 5 0,-4-4 0,4 1 0,-4-2 0,5 3 0,-6-3 0,6 3 0,-3-1 0,1-1 0,1 4 0,-4-5 0,5 6 0,-6-6 0,6 6 0,-3-6 0,1 2 0,-1-2 0,-1 3 0,2-3 0,-1 3 0,3-3 0,-3-1 0,1 1 0,1 3 0,-4-3 0,2 3 0,0-1 0,-3-1 0,6 4 0,-5-5 0,4 6 0,-4-6 0,4 5 0,-4-4 0,2 4 0,-3-2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32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0 412 24575,'4'-2'0,"1"1"0,-1-2 0,-1 0 0,3 3 0,-5-6 0,4 5 0,1-4 0,1 1 0,5-5 0,-5 3 0,10-4 0,-6 1 0,16-11 0,16-14 0,6-9 0,19-7 0,-25 16 0,-8 7 0,-18 16 0,-4 2 0,-4 6 0,-2-3 0,-2 5 0,-1-1 0,2 2 0,0 0 0,0 0 0,1 0 0,2 0 0,-2 0 0,2 0 0,0 0 0,0 0 0,4 0 0,-1 0 0,1 0 0,-4 0 0,1 0 0,-4 0 0,0 0 0,-3-3 0,3 2 0,-3-2 0,4 3 0,-4-2 0,3 1 0,-3-2 0,3 3 0,1 0 0,-1 0 0,0 0 0,0 0 0,-2-3 0,1 3 0,2-3 0,0 3 0,4-3 0,-4 2 0,2-1 0,-2-1 0,-1 2 0,0-4 0,0 4 0,1-2 0,2 3 0,0 0 0,1 0 0,5-3 0,-8 3 0,8-3 0,-8 3 0,5-3 0,-6 2 0,3-1 0,-2-1 0,-1 2 0,0-2 0,-2 1 0,1 1 0,-1-5 0,2 6 0,0-3 0,-2 0 0,1 2 0,-1-1 0,-1-1 0,3 2 0,-3-2 0,3 3 0,1-2 0,2 1 0,-2-5 0,2 6 0,0-3 0,-2 3 0,2 0 0,-3 0 0,0-3 0,0 2 0,1-1 0,-1 2 0,0 0 0,-3-3 0,6 2 0,-5-2 0,5 3 0,0 0 0,-2 0 0,2 0 0,-6-2 0,3 1 0,-5-2 0,1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6:35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24575,'6'3'0,"0"-2"0,-2 4 0,4-1 0,-4 2 0,5 0 0,0 0 0,1 3 0,17 5 0,-2 9 0,22 8 0,-7-2 0,3 6 0,3-4 0,-2 5 0,-5-7 0,10 13 0,-3-12 0,7 15 0,5-6 0,-19-10 0,7 0 0,-16-5 0,-1-5 0,-2 4 0,-8-8 0,14 4 0,-7-3 0,7 4 0,-14-8 0,-3 0 0,-7-6 0,-3 0 0,0 1 0,0-4 0,-2 3 0,1-6 0,-1 6 0,-1-3 0,3 1 0,-5 1 0,4-4 0,-1 2 0,-1 0 0,3 0 0,-3 0 0,0 3 0,3-5 0,-5 4 0,4-4 0,-4 2 0,2-3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7:40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0 487 24575,'0'-6'0,"3"3"0,-2-3 0,4 3 0,-1-6 0,2-1 0,0-3 0,3 1 0,-2-11 0,3 3 0,-4-5 0,1 8 0,0-1 0,0 4 0,0-3 0,2-1 0,-2 7 0,-1-7 0,2 11 0,-6-4 0,6 4 0,-4-5 0,2 5 0,0-5 0,0 5 0,1-2 0,-1 3 0,0 0 0,0-1 0,-2 1 0,1 3 0,-4-6 0,5 8 0,-6-7 0,6 7 0,-6-5 0,6 3 0,-5-3 0,2 0 0,-3-1 0,2 4 0,-1-3 0,2 3 0,0-1 0,-3-1 0,3 1 0,-3-2 0,3 3 0,-3-3 0,6 5 0,-5-4 0,1 1 0,1 1 0,-2-3 0,4 6 0,-4-6 0,5 5 0,-6-4 0,3 7 0,-8 1 0,3 4 0,-6 5 0,4-5 0,-3 10 0,1-6 0,-1 6 0,4-4 0,-3-1 0,5-2 0,-4 2 0,4-11 0,1 4 0,4-13 0,2 6 0,-3-6 0,0 10 0,-3-1 0,0 5 0,0 0 0,0 1 0,0-1 0,0 0 0,-3 0 0,3 3 0,-3 1 0,3 5 0,-3-4 0,2 3 0,-1-4 0,2 0 0,0-1 0,0-9 0,0-6 0,0-1 0,0-5 0,0 6 0,0-1 0,0 1 0,0-3 0,0-1 0,0-2 0,0-1 0,0 1 0,0-1 0,0 1 0,0-6 0,0 7 0,0-5 0,0 9 0,0-2 0,0 2 0,0 1 0,2 3 0,-1-3 0,2 3 0,-3-4 0,0 1 0,0 0 0,0 0 0,0-1 0,0 1 0,0 0 0,3 2 0,-3-1 0,0 4 0,-3 1 0,-3 4 0,-3 5 0,-1-2 0,0 4 0,-2-4 0,0 5 0,-1-2 0,-3-3 0,7 1 0,0-2 0,2-2 0,1 5 0,-3-8 0,2 1 0,-2-2 0,6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43.0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3909 0 24575,'-7'3'0,"4"1"0,-3 5 0,0-2 0,-2 9 0,-11 6 0,6 3 0,-17 9 0,5-5 0,-4 9 0,-3-3 0,9 8 0,-5-16 0,6 14 0,-6-14 0,7 7 0,-27 28 0,15-17 0,-10 17 0,2-11 0,19-14 0,-8-1 0,-3 10 0,16-28 0,-16 28 0,12-19 0,1 7 0,-9 0 0,13-14 0,-10 16 0,11-15 0,-4 12 0,0-13 0,2 3 0,-3-2 0,4 2 0,-7 6 0,5-5 0,-14 9 0,7-4 0,-1 0 0,-4 10 0,12-13 0,-13 13 0,13-14 0,-5 3 0,-1 0 0,6-3 0,-11 8 0,12-7 0,-5 3 0,10-5 0,-7-4 0,10 3 0,-8-7 0,6 1 0,-9 6 0,6-8 0,-3 13 0,3-9 0,-6 9 0,2-3 0,-13 8 0,-15 27 0,6-10 0,-22 25 0,21-18 0,-4-3 0,1 4 0,3-1 0,-9-3 0,3 3 0,-15 6-803,-4 2 803,29-27 0,-2 0 0,1 0 0,0 0 0,0 0 0,0 0 0,0 0 0,1 0 0,-2 4 0,2-1 0,-1-2 0,0 0 0,0 2 0,0 1 0,0-4 0,0 0 0,0-1 0,0 1 0,-10 15 0,2-1 0,14-13 0,0 1 0,-8 10 0,0 1 0,7-6 0,2-1 0,-22 30 0,19-34 0,0 2 0,0 3 0,2-1 0,-19 16 0,18-18 0,2 0 0,-8 10 0,-8 11 0,17-20 0,-11 9 0,15-23 803,-7 4-803,7-4 0,-1-4 0,-5 12 0,11-18 0,-13 15 0,0-4 0,7-11 0,-12 12 0,0 0 0,7-4 0,-7 6 0,6-2 0,-10 5 0,15-7 0,0-1 0,23-23 0,8-11 0,-1-1 0,-1-5 0,2 8 0,-3-1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45.0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2514 0 24575,'0'6'0,"0"1"0,-2 2 0,-6 5 0,-2 0 0,-6 9 0,2-4 0,-10 9 0,-4 9 0,-8 12 0,-3 11 0,-8 7 0,-2 2 0,0-1 0,-6 3 0,18-18 0,-1 0 0,2-12 0,0 1-425,-8 17 0,1 0 425,10-20 0,1-2 0,2 6 0,-1 3 0,-9 5 0,-3 3 0,-2 10 0,-2 1 0,2-8 0,1-1-241,5-3 1,2-3 240,-10 16 0,2-12 0,-5 23 0,-3-26 0,3 20 0,-1-31 0,13 2 829,4-10-829,11-4 0,7-4 0,-4-7 502,5 0-502,-7-5 0,8 1 0,-9 2 0,9-5 0,-3 3 0,-1-1 0,-6 8 0,-29 22 0,17-14 0,-15 13 0,32-27 0,-8 9 0,3 1 0,-20 13 0,13-10 0,-3-2 0,7-1 0,12-10 0,-3 8 0,6-9 0,-2 7 0,1-8 0,-3 7 0,4-9 0,2 0 0,1-1 0,3 0 0,-3 0 0,2 4 0,-2-3 0,2-1 0,1 0 0,0-2 0,-3 4 0,2-4 0,-8 8 0,5-5 0,-5 6 0,2-7 0,1 3 0,-1-2 0,1 2 0,-13 13 0,10-10 0,-11 15 0,13-19 0,-1 6 0,1-8 0,-3 12 0,5-2 0,-5 3 0,9-5 0,-5-4 0,2-1 0,0 6 0,-8-2 0,6 5 0,0-7 0,6 0 0,4-10 0,1 5 0,-2-9 0,3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47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2408 1 24575,'-3'2'0,"-3"2"0,3-1 0,-4 3 0,1-3 0,0 6 0,0-2 0,-3 5 0,-1-2 0,-3 2 0,-8 10 0,-6 10 0,-9 12 0,-3 8 0,0 0 0,0 0 0,-8 9 0,-2 1-640,-8 10 640,-2 8 0,1-7 0,21-19 0,-2 1 0,-22 24 0,28-30 0,0-1 0,-20 14 0,13 2-34,-5-11 34,0 5 0,-13 23 0,12-31 0,-10 29 0,20-35 0,4 5 0,-3-7 0,7-3 0,2-10 639,-4 9-639,14-16 35,-3 6-35,7-15 0,3-4 0,-4 3 0,4-2 0,0 2 0,2 1 0,-2-4 0,2 8 0,-5-6 0,1 7 0,1-6 0,-1 1 0,1-1 0,-4 6 0,3 1 0,-8 1 0,8-2 0,-5 1 0,3 0 0,0 5 0,-3-1 0,-3-2 0,2 2 0,-2-3 0,3 4 0,0 0 0,-8 4 0,6-3 0,-5 3 0,-4 3 0,5-9 0,-4 3 0,4-9 0,3-2 0,-14 5 0,12-4 0,-15 11 0,16-10 0,-3 3 0,0-4 0,10-7 0,-10 3 0,9-2 0,-8 0 0,8 0 0,-4-2 0,6-1 0,2 3 0,1-2 0,-3 5 0,5-8 0,-2 4 0,3-7 0,5 5 0,-4-6 0,1 6 0,1-3 0,-3 3 0,3 1 0,-3 2 0,-1-2 0,-3 10 0,0-6 0,-4 6 0,0 1 0,-3 6 0,-6 7 0,5-5 0,-3 2 0,1-4 0,3 1 0,-3 0 0,8-8 0,3-4 0,3-4 0,0 0 0,0-2 0,2-1 0,1-3 0,3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49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2331 1 24575,'-3'6'0,"-3"0"0,3 0 0,-6 3 0,-3 6 0,-9 15 0,-7 9 0,-5 2 0,-6 15 0,3-11 0,-11 22 0,0-13 0,-11 24 0,17-26 0,0 1 0,8-8 0,0 0-357,-10 12 1,2-2 356,-10 23 0,-12-3 0,10 3 0,20-38 0,-1 2 0,-4 9 0,1 0 0,5-7 0,1 0 0,-2 2 0,0-1-34,-1-1 1,3-4 33,-2 5 0,-21 27 0,36-45 0,-16 14 0,9-6 710,0-4-710,3-2 70,7-6-70,2-9 0,-3 8 0,3-8 0,-5 14 0,5-13 0,-6 14 0,6-16 0,-1 5 0,4-1 0,-2-3 0,4 4 0,-4-6 0,6 1 0,-12 5 0,4 6 0,-5-3 0,3 2 0,0 0 0,2-8 0,0 13 0,2-14 0,2 4 0,-3-6 0,1-2 0,-2 7 0,1-9 0,-3 14 0,-2-10 0,3 6 0,-4 1 0,6-5 0,-1 4 0,4-1 0,-9 8 0,5 0 0,-6-1 0,6-6 0,0-1 0,4-3 0,-5 9 0,5-12 0,-2 11 0,0-12 0,1 8 0,1 0 0,-2-7 0,4 5 0,-1-6 0,3 3 0,-6 2 0,2-2 0,-3 0 0,4-4 0,3 0 0,0-2 0,2 2 0,-4 0 0,4-3 0,-5 3 0,5-2 0,2-1 0,-1 0 0,-1 0 0,-2 1 0,0-1 0,0 0 0,-1 0 0,1 3 0,0-2 0,0 5 0,-1-2 0,1 0 0,0 1 0,-3-1 0,2 0 0,-2-1 0,3 0 0,0-2 0,-1 5 0,-2-3 0,-3 7 0,1-3 0,0-1 0,2 0 0,2-5 0,-2 2 0,2-3 0,1 0 0,0-2 0,2 1 0,-1-4 0,1 5 0,-2-3 0,0 3 0,2 1 0,-1-1 0,-1 3 0,2 1 0,-5-3 0,6 4 0,-4-7 0,1 5 0,0-3 0,3 0 0,-3-2 0,5-1 0,-1-3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52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112 137 24575,'3'-4'0,"0"1"0,3 3 0,0 0 0,-2 3 0,-1 1 0,-1 2 0,-1 0 0,5 0 0,-3 3 0,3 1 0,-2 2 0,-1 6 0,-3-4 0,2 3 0,-1 1 0,2-4 0,-3 8 0,0-8 0,0 9 0,0-9 0,0 1 0,0-6 0,0-3 0,-3-2 0,2 1 0,-4-1 0,1-1 0,1 3 0,-5-5 0,6 4 0,-6-4 0,4 4 0,-2-4 0,0 2 0,0-3 0,0 0 0,2-3 0,-2 0 0,3-6 0,-6-7 0,2 3 0,-6-11 0,5 11 0,-3-10 0,5 9 0,-4-3 0,3 4 0,1-4 0,0 6 0,5-6 0,-1 10 0,2-10 0,-3 9 0,2-9 0,-2 7 0,3 1 0,0 0 0,0 0 0,0 2 0,0-5 0,3 5 0,-2-2 0,7-3 0,-6 5 0,6-5 0,-5 5 0,4 1 0,-4 0 0,3 3 0,-3 0 0,1 0 0,7 0 0,-9-4 0,9 4 0,-10-3 0,4 6 0,-4-6 0,2 3 0,-3-1 0,0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54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88 24575,'6'0'0,"1"0"0,2 0 0,0-3 0,9 0 0,-1-4 0,2 1 0,-4 3 0,-5-3 0,1 3 0,-1-1 0,0-4 0,7 4 0,-6-5 0,7 5 0,-5-1 0,-3 1 0,1 1 0,-1-3 0,0 3 0,12-1 0,-9 2 0,7 2 0,2 2 0,-12 2 0,17 3 0,-13 5 0,2-4 0,-2 7 0,-7-6 0,2 4 0,-3-3 0,-2-1 0,1 0 0,-1 0 0,-1 1 0,0 2 0,-3-2 0,0-1 0,0 3 0,0-5 0,0 10 0,0-9 0,0 9 0,0-7 0,0 2 0,-3 6 0,0-7 0,-3 4 0,-1-1 0,1-5 0,3 5 0,-6-7 0,8-1 0,-7 0 0,4 0 0,-5 3 0,2-2 0,-2 2 0,0-3 0,-1 3 0,1-2 0,-8 3 0,9-1 0,-9-1 0,7 1 0,-2-3 0,-1-2 0,1 1 0,-1-4 0,1 2 0,-1-3 0,1 0 0,-6-3 0,4 0 0,-9-4 0,7-8 0,-2 6 0,7-7 0,-1 9 0,5-10 0,-5 6 0,7-12 0,-4 9 0,9-3 0,-6 4 0,3 1 0,-1 2 0,2-2 0,2 3 0,0-1 0,0 1 0,0 3 0,2-1 0,-1 1 0,5 3 0,-6-3 0,6 0 0,-3-1 0,3 1 0,-2 0 0,2 6 0,-6-6 0,6 5 0,-6-4 0,3 4 0,-3-2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56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76 24575,'6'-9'0,"0"2"0,1-2 0,-4 3 0,3 2 0,-6-1 0,6 4 0,-5-5 0,4 6 0,-4-6 0,4 5 0,-4-4 0,5 1 0,-3 1 0,3-3 0,1 6 0,2-3 0,0 3 0,1 0 0,7 0 0,-6 0 0,5 0 0,-7 0 0,-3 0 0,0 3 0,0-3 0,-2 6 0,1-3 0,2 4 0,2-1 0,9 5 0,-4-1 0,8 5 0,-8-2 0,9 3 0,-4 2 0,-3-5 0,-1 4 0,-9-7 0,0-1 0,3 3 0,-2-2 0,5 5 0,-5-4 0,-1 0 0,-3 1 0,0-7 0,-3 6 0,3-2 0,-3 1 0,0 6 0,-3-4 0,3 6 0,-7 1 0,3 4 0,-6-4 0,1 4 0,0-4 0,1-1 0,-3 5 0,4-9 0,-7 3 0,7-4 0,-4-1 0,1 1 0,0-3 0,-2-4 0,5-1 0,-2-4 0,3 2 0,0-3 0,0-3 0,0 2 0,-4-4 0,-4 1 0,-5-4 0,-5 0 0,5 1 0,-9-7 0,8 5 0,-2-1 0,8 3 0,0 3 0,6-2 0,-9-4 0,7 0 0,1-2 0,0-1 0,0-2 0,4 2 0,0-8 0,5 8 0,0-5 0,0 1 0,0 3 0,0-4 0,3 1 0,1 3 0,3-4 0,-1 9 0,1-3 0,-4 5 0,3-2 0,-6 3 0,6 0 0,-5-1 0,4 4 0,-1-3 0,2 3 0,0-1 0,-2-1 0,1 4 0,-1-4 0,2 4 0,0-2 0,0 0 0,-2 3 0,-1-3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1T00:58:58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51 405 24575,'3'-6'0,"3"-3"0,-5 2 0,4-2 0,1 0 0,-2 2 0,5-2 0,-6 3 0,4-1 0,-4 1 0,3 3 0,-6-3 0,6 3 0,-3-4 0,1 1 0,1 3 0,-1-3 0,2 5 0,0-1 0,0 2 0,-2-3 0,4 2 0,-4-2 0,8 3 0,-2 0 0,0 0 0,-1 0 0,0 0 0,-2 0 0,2 0 0,-3 0 0,0 0 0,0 0 0,-2 3 0,1 1 0,-1-1 0,2 5 0,8-3 0,-3 7 0,7-4 0,-9 1 0,3 0 0,-5-2 0,2 2 0,-3 0 0,-2-2 0,1 2 0,-1 3 0,-1-5 0,0 5 0,-3-3 0,0-2 0,0 2 0,0-3 0,0 1 0,0 4 0,0-3 0,0 7 0,-3-6 0,0 4 0,-3-3 0,-1 6 0,-3-7 0,3 7 0,-5-6 0,1 8 0,-2-5 0,-1 2 0,1-6 0,1 0 0,2-5 0,1 5 0,3-9 0,0 3 0,-1-3 0,1 0 0,0-3 0,0 0 0,-9-9 0,-5-7 0,-2-4 0,-11-7 0,19 11 0,-5-1 0,10 2 0,2 4 0,-3-9 0,3 4 0,-1-5 0,1 5 0,-1-3 0,4 8 0,-3-9 0,3 10 0,0-10 0,1 9 0,3-8 0,0 3 0,0-5 0,0 5 0,4-9 0,2 16 0,-1-11 0,10 6 0,-10 2 0,8-5 0,-2 5 0,0 2 0,1-3 0,-3 7 0,0 0 0,1 0 0,0 2 0,-1-2 0,-3 2 0,0 4 0,-2 0 0,-2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80330AF-FE7E-5448-9A80-16CB489C1B5B}" type="datetimeFigureOut">
              <a:rPr lang="en-US"/>
              <a:t>4/23/21</a:t>
            </a:fld>
            <a:endParaRPr lang="en-US"/>
          </a:p>
        </p:txBody>
      </p:sp>
      <p:sp>
        <p:nvSpPr>
          <p:cNvPr id="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A91CB1E-2884-0F44-AD88-D76C9761B86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b="1" dirty="0"/>
              <a:t>Required functions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/>
              <a:t>findNodePatches</a:t>
            </a:r>
            <a:r>
              <a:rPr lang="en-US" dirty="0"/>
              <a:t>() – all within model, also needed is a version for the </a:t>
            </a:r>
            <a:r>
              <a:rPr lang="en-US" dirty="0" err="1"/>
              <a:t>VSet</a:t>
            </a:r>
            <a:endParaRPr lang="en-US"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findElementPatches</a:t>
            </a:r>
            <a:r>
              <a:rPr lang="en-US" dirty="0"/>
              <a:t>() – starting with highest dimensional to lower dimensional. If multiple higher-dim patches exist, the mesh is fragmented</a:t>
            </a:r>
            <a:endParaRPr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createModelRegion</a:t>
            </a:r>
            <a:r>
              <a:rPr lang="en-US" dirty="0"/>
              <a:t>() – should this be represented by a map or set of elements? – it will change all the time (if so the PDE integrator needs to change to accept computations on maps</a:t>
            </a:r>
            <a:endParaRPr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nodeTraversal</a:t>
            </a:r>
            <a:r>
              <a:rPr lang="en-US" dirty="0"/>
              <a:t> (only)</a:t>
            </a:r>
            <a:endParaRPr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elementTraversal</a:t>
            </a:r>
            <a:r>
              <a:rPr lang="en-US" dirty="0"/>
              <a:t>(only) - stops where elements are disconnected</a:t>
            </a:r>
            <a:endParaRPr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cellAndNode</a:t>
            </a:r>
            <a:r>
              <a:rPr lang="en-US" dirty="0"/>
              <a:t> () – finds any isolated mesh patches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nodeAndParentElementTraversal</a:t>
            </a:r>
            <a:r>
              <a:rPr lang="en-US" dirty="0"/>
              <a:t>() – finds any patches, is it slower ?</a:t>
            </a:r>
            <a:endParaRPr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findCollocatedNode</a:t>
            </a:r>
            <a:r>
              <a:rPr lang="en-US" dirty="0"/>
              <a:t>() – as fast as possible by tree traversal</a:t>
            </a:r>
            <a:endParaRPr dirty="0"/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findElementThatContainsPoint</a:t>
            </a:r>
            <a:r>
              <a:rPr lang="en-US" dirty="0"/>
              <a:t>() – as fast as possible, use patch scope</a:t>
            </a:r>
            <a:endParaRPr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A91CB1E-2884-0F44-AD88-D76C9761B863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6C94237-C41D-C849-8ABA-B72BB11A93E5}" type="datetimeFigureOut">
              <a:rPr lang="en-US"/>
              <a:t>4/23/21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5ACC588-9F60-B44D-9DEE-BF01E9AFEAD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2.png"/><Relationship Id="rId42" Type="http://schemas.openxmlformats.org/officeDocument/2006/relationships/customXml" Target="../ink/ink21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6.png"/><Relationship Id="rId16" Type="http://schemas.openxmlformats.org/officeDocument/2006/relationships/customXml" Target="../ink/ink8.xml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53" Type="http://schemas.openxmlformats.org/officeDocument/2006/relationships/image" Target="../media/image28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1.png"/><Relationship Id="rId102" Type="http://schemas.openxmlformats.org/officeDocument/2006/relationships/customXml" Target="../ink/ink51.xml"/><Relationship Id="rId5" Type="http://schemas.openxmlformats.org/officeDocument/2006/relationships/image" Target="../media/image4.png"/><Relationship Id="rId90" Type="http://schemas.openxmlformats.org/officeDocument/2006/relationships/customXml" Target="../ink/ink45.xml"/><Relationship Id="rId95" Type="http://schemas.openxmlformats.org/officeDocument/2006/relationships/image" Target="../media/image49.png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43" Type="http://schemas.openxmlformats.org/officeDocument/2006/relationships/image" Target="../media/image23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6.png"/><Relationship Id="rId80" Type="http://schemas.openxmlformats.org/officeDocument/2006/relationships/customXml" Target="../ink/ink40.xml"/><Relationship Id="rId85" Type="http://schemas.openxmlformats.org/officeDocument/2006/relationships/image" Target="../media/image44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59" Type="http://schemas.openxmlformats.org/officeDocument/2006/relationships/image" Target="../media/image31.png"/><Relationship Id="rId103" Type="http://schemas.openxmlformats.org/officeDocument/2006/relationships/image" Target="../media/image53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9.png"/><Relationship Id="rId91" Type="http://schemas.openxmlformats.org/officeDocument/2006/relationships/image" Target="../media/image47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39.xml"/><Relationship Id="rId81" Type="http://schemas.openxmlformats.org/officeDocument/2006/relationships/image" Target="../media/image42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Relationship Id="rId109" Type="http://schemas.openxmlformats.org/officeDocument/2006/relationships/image" Target="../media/image56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9.png"/><Relationship Id="rId76" Type="http://schemas.openxmlformats.org/officeDocument/2006/relationships/customXml" Target="../ink/ink38.xml"/><Relationship Id="rId97" Type="http://schemas.openxmlformats.org/officeDocument/2006/relationships/image" Target="../media/image50.png"/><Relationship Id="rId104" Type="http://schemas.openxmlformats.org/officeDocument/2006/relationships/customXml" Target="../ink/ink52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6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66" Type="http://schemas.openxmlformats.org/officeDocument/2006/relationships/customXml" Target="../ink/ink33.xml"/><Relationship Id="rId87" Type="http://schemas.openxmlformats.org/officeDocument/2006/relationships/image" Target="../media/image45.png"/><Relationship Id="rId110" Type="http://schemas.openxmlformats.org/officeDocument/2006/relationships/customXml" Target="../ink/ink55.xml"/><Relationship Id="rId61" Type="http://schemas.openxmlformats.org/officeDocument/2006/relationships/image" Target="../media/image32.png"/><Relationship Id="rId82" Type="http://schemas.openxmlformats.org/officeDocument/2006/relationships/customXml" Target="../ink/ink41.xml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56" Type="http://schemas.openxmlformats.org/officeDocument/2006/relationships/customXml" Target="../ink/ink28.xml"/><Relationship Id="rId77" Type="http://schemas.openxmlformats.org/officeDocument/2006/relationships/image" Target="../media/image40.png"/><Relationship Id="rId100" Type="http://schemas.openxmlformats.org/officeDocument/2006/relationships/customXml" Target="../ink/ink50.xml"/><Relationship Id="rId105" Type="http://schemas.openxmlformats.org/officeDocument/2006/relationships/image" Target="../media/image54.png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72" Type="http://schemas.openxmlformats.org/officeDocument/2006/relationships/customXml" Target="../ink/ink36.xml"/><Relationship Id="rId93" Type="http://schemas.openxmlformats.org/officeDocument/2006/relationships/image" Target="../media/image48.png"/><Relationship Id="rId98" Type="http://schemas.openxmlformats.org/officeDocument/2006/relationships/customXml" Target="../ink/ink49.xml"/><Relationship Id="rId3" Type="http://schemas.openxmlformats.org/officeDocument/2006/relationships/image" Target="../media/image3.png"/><Relationship Id="rId25" Type="http://schemas.openxmlformats.org/officeDocument/2006/relationships/image" Target="../media/image14.png"/><Relationship Id="rId46" Type="http://schemas.openxmlformats.org/officeDocument/2006/relationships/customXml" Target="../ink/ink23.xml"/><Relationship Id="rId67" Type="http://schemas.openxmlformats.org/officeDocument/2006/relationships/image" Target="../media/image35.png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62" Type="http://schemas.openxmlformats.org/officeDocument/2006/relationships/customXml" Target="../ink/ink31.xml"/><Relationship Id="rId83" Type="http://schemas.openxmlformats.org/officeDocument/2006/relationships/image" Target="../media/image43.png"/><Relationship Id="rId88" Type="http://schemas.openxmlformats.org/officeDocument/2006/relationships/customXml" Target="../ink/ink44.xml"/><Relationship Id="rId11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 bwMode="auto">
          <a:xfrm>
            <a:off x="725015" y="5319001"/>
            <a:ext cx="1859805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root_node_group_</a:t>
            </a:r>
            <a:endParaRPr/>
          </a:p>
        </p:txBody>
      </p:sp>
      <p:sp>
        <p:nvSpPr>
          <p:cNvPr id="5" name="Rectangle 3"/>
          <p:cNvSpPr/>
          <p:nvPr/>
        </p:nvSpPr>
        <p:spPr bwMode="auto">
          <a:xfrm>
            <a:off x="3714559" y="5363680"/>
            <a:ext cx="179247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root_elmt_group_</a:t>
            </a:r>
            <a:endParaRPr/>
          </a:p>
        </p:txBody>
      </p:sp>
      <p:sp>
        <p:nvSpPr>
          <p:cNvPr id="6" name="Rectangle 4"/>
          <p:cNvSpPr/>
          <p:nvPr/>
        </p:nvSpPr>
        <p:spPr bwMode="auto">
          <a:xfrm>
            <a:off x="6472678" y="5363680"/>
            <a:ext cx="179247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root_face_group_</a:t>
            </a:r>
            <a:endParaRPr/>
          </a:p>
        </p:txBody>
      </p:sp>
      <p:sp>
        <p:nvSpPr>
          <p:cNvPr id="7" name="Rectangle 5"/>
          <p:cNvSpPr/>
          <p:nvPr/>
        </p:nvSpPr>
        <p:spPr bwMode="auto">
          <a:xfrm>
            <a:off x="8731004" y="5363680"/>
            <a:ext cx="2191626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root_interface_group_</a:t>
            </a:r>
            <a:endParaRPr/>
          </a:p>
        </p:txBody>
      </p:sp>
      <p:sp>
        <p:nvSpPr>
          <p:cNvPr id="8" name="TextBox 6"/>
          <p:cNvSpPr>
            <a:spLocks/>
          </p:cNvSpPr>
          <p:nvPr/>
        </p:nvSpPr>
        <p:spPr bwMode="auto">
          <a:xfrm>
            <a:off x="633724" y="5690958"/>
            <a:ext cx="2729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i="1">
                <a:latin typeface="Arial"/>
                <a:cs typeface="Arial"/>
              </a:rPr>
              <a:t>as many node pointers as required to reach all nodes in the mesh</a:t>
            </a:r>
            <a:endParaRPr/>
          </a:p>
        </p:txBody>
      </p:sp>
      <p:sp>
        <p:nvSpPr>
          <p:cNvPr id="9" name="TextBox 7"/>
          <p:cNvSpPr>
            <a:spLocks/>
          </p:cNvSpPr>
          <p:nvPr/>
        </p:nvSpPr>
        <p:spPr bwMode="auto">
          <a:xfrm>
            <a:off x="6472678" y="5702234"/>
            <a:ext cx="1994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i="1">
                <a:latin typeface="Arial"/>
                <a:cs typeface="Arial"/>
              </a:rPr>
              <a:t>analogous to elements, but always lower-dim, and disconnected </a:t>
            </a:r>
            <a:endParaRPr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 l="69104" b="18345"/>
          <a:stretch/>
        </p:blipFill>
        <p:spPr bwMode="auto">
          <a:xfrm>
            <a:off x="512691" y="732335"/>
            <a:ext cx="3203567" cy="4048610"/>
          </a:xfrm>
          <a:prstGeom prst="rect">
            <a:avLst/>
          </a:prstGeom>
          <a:noFill/>
        </p:spPr>
      </p:pic>
      <p:sp>
        <p:nvSpPr>
          <p:cNvPr id="11" name="Oval 8"/>
          <p:cNvSpPr/>
          <p:nvPr/>
        </p:nvSpPr>
        <p:spPr bwMode="auto">
          <a:xfrm>
            <a:off x="1816274" y="4446740"/>
            <a:ext cx="157378" cy="2004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" name="Straight Arrow Connector 10"/>
          <p:cNvCxnSpPr>
            <a:cxnSpLocks/>
            <a:stCxn id="11" idx="4"/>
          </p:cNvCxnSpPr>
          <p:nvPr/>
        </p:nvCxnSpPr>
        <p:spPr bwMode="auto">
          <a:xfrm>
            <a:off x="1894963" y="4647156"/>
            <a:ext cx="0" cy="6718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 bwMode="auto">
          <a:xfrm>
            <a:off x="3066892" y="1669688"/>
            <a:ext cx="1165742" cy="36831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4"/>
          <p:cNvSpPr>
            <a:spLocks/>
          </p:cNvSpPr>
          <p:nvPr/>
        </p:nvSpPr>
        <p:spPr bwMode="auto">
          <a:xfrm>
            <a:off x="3626418" y="5778746"/>
            <a:ext cx="2729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i="1">
                <a:latin typeface="Arial"/>
                <a:cs typeface="Arial"/>
              </a:rPr>
              <a:t>as many element pointers as required to reach all elements in the mesh</a:t>
            </a:r>
            <a:endParaRPr/>
          </a:p>
        </p:txBody>
      </p:sp>
      <p:sp>
        <p:nvSpPr>
          <p:cNvPr id="15" name="TextBox 15"/>
          <p:cNvSpPr>
            <a:spLocks/>
          </p:cNvSpPr>
          <p:nvPr/>
        </p:nvSpPr>
        <p:spPr bwMode="auto">
          <a:xfrm>
            <a:off x="3857109" y="404664"/>
            <a:ext cx="2958971" cy="5457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i="1" dirty="0">
                <a:latin typeface="Arial"/>
                <a:cs typeface="Arial"/>
              </a:rPr>
              <a:t>The FE mesh provides access to its nodes and elements via a </a:t>
            </a:r>
            <a:r>
              <a:rPr lang="en-US" sz="1400" i="1" dirty="0" err="1">
                <a:latin typeface="Arial"/>
                <a:cs typeface="Arial"/>
              </a:rPr>
              <a:t>n,o,p</a:t>
            </a:r>
            <a:r>
              <a:rPr lang="en-US" sz="1400" i="1" dirty="0">
                <a:latin typeface="Arial"/>
                <a:cs typeface="Arial"/>
              </a:rPr>
              <a:t>-tree structure, where n is the number of neighbors per element, o=number of nodes connected to each node, and p=number of nodes per element. </a:t>
            </a:r>
          </a:p>
          <a:p>
            <a:pPr>
              <a:defRPr/>
            </a:pPr>
            <a:r>
              <a:rPr lang="en-US" sz="1400" i="1" dirty="0">
                <a:latin typeface="Arial"/>
                <a:cs typeface="Arial"/>
              </a:rPr>
              <a:t>      The mesh may consist of patches when:</a:t>
            </a:r>
            <a:endParaRPr dirty="0"/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Font typeface="Arial"/>
              <a:buChar char="•"/>
              <a:defRPr/>
            </a:pPr>
            <a:r>
              <a:rPr lang="en-US" sz="1400" i="1" dirty="0">
                <a:latin typeface="Arial"/>
                <a:cs typeface="Arial"/>
              </a:rPr>
              <a:t>highest-dim mesh is disconnected (stand-alone mesh)</a:t>
            </a:r>
            <a:endParaRPr dirty="0"/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Font typeface="Arial"/>
              <a:buChar char="•"/>
              <a:defRPr/>
            </a:pPr>
            <a:r>
              <a:rPr lang="en-US" sz="1400" i="1" dirty="0">
                <a:latin typeface="Arial"/>
                <a:cs typeface="Arial"/>
              </a:rPr>
              <a:t>mesh contains lower-dimensional regions (fractures, wells etc.)</a:t>
            </a:r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Font typeface="Arial"/>
              <a:buChar char="•"/>
              <a:defRPr/>
            </a:pPr>
            <a:r>
              <a:rPr lang="en-US" sz="1400" i="1" dirty="0">
                <a:latin typeface="Arial"/>
                <a:cs typeface="Arial"/>
              </a:rPr>
              <a:t>manifolds of lower-dimensional elements may connect multiple patches together</a:t>
            </a:r>
            <a:endParaRPr dirty="0"/>
          </a:p>
          <a:p>
            <a:pPr marL="285750" indent="-285750">
              <a:spcBef>
                <a:spcPts val="200"/>
              </a:spcBef>
              <a:spcAft>
                <a:spcPts val="300"/>
              </a:spcAft>
              <a:buFont typeface="Arial"/>
              <a:buChar char="•"/>
              <a:defRPr/>
            </a:pPr>
            <a:r>
              <a:rPr lang="en-US" sz="1400" i="1" dirty="0">
                <a:solidFill>
                  <a:schemeClr val="tx1"/>
                </a:solidFill>
                <a:latin typeface="Arial"/>
                <a:cs typeface="Arial"/>
              </a:rPr>
              <a:t>Multiple root nodes will exist </a:t>
            </a:r>
            <a:r>
              <a:rPr lang="en-US" sz="1400" i="1" dirty="0">
                <a:latin typeface="Arial"/>
                <a:cs typeface="Arial"/>
              </a:rPr>
              <a:t>only if the the highest-dim mesh is disconnected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endParaRPr lang="en-US" sz="1400" i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sz="1400" i="1" dirty="0">
              <a:latin typeface="Arial"/>
              <a:cs typeface="Arial"/>
            </a:endParaRPr>
          </a:p>
        </p:txBody>
      </p:sp>
      <p:sp>
        <p:nvSpPr>
          <p:cNvPr id="16" name="TextBox 17"/>
          <p:cNvSpPr>
            <a:spLocks/>
          </p:cNvSpPr>
          <p:nvPr/>
        </p:nvSpPr>
        <p:spPr bwMode="auto">
          <a:xfrm>
            <a:off x="8731004" y="5702234"/>
            <a:ext cx="29375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i="1" dirty="0">
                <a:latin typeface="Arial"/>
                <a:cs typeface="Arial"/>
              </a:rPr>
              <a:t>special because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 dirty="0">
                <a:latin typeface="Arial"/>
                <a:cs typeface="Arial"/>
              </a:rPr>
              <a:t>nodes are manifolds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 dirty="0">
                <a:latin typeface="Arial"/>
                <a:cs typeface="Arial"/>
              </a:rPr>
              <a:t>provides </a:t>
            </a:r>
            <a:r>
              <a:rPr lang="en-US" sz="1400" i="1" dirty="0" err="1">
                <a:latin typeface="Arial"/>
                <a:cs typeface="Arial"/>
              </a:rPr>
              <a:t>cnnectons</a:t>
            </a:r>
            <a:r>
              <a:rPr lang="en-US" sz="1400" i="1" dirty="0">
                <a:latin typeface="Arial"/>
                <a:cs typeface="Arial"/>
              </a:rPr>
              <a:t> between patches</a:t>
            </a:r>
            <a:endParaRPr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/>
          <a:srcRect l="69104" t="13260" b="18343"/>
          <a:stretch/>
        </p:blipFill>
        <p:spPr bwMode="auto">
          <a:xfrm flipH="1">
            <a:off x="265909" y="3665110"/>
            <a:ext cx="792493" cy="1234013"/>
          </a:xfrm>
          <a:prstGeom prst="rect">
            <a:avLst/>
          </a:prstGeom>
          <a:noFill/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/>
          <a:srcRect l="69104" t="13260" b="18343"/>
          <a:stretch/>
        </p:blipFill>
        <p:spPr bwMode="auto">
          <a:xfrm flipH="1" flipV="1">
            <a:off x="2528135" y="4408692"/>
            <a:ext cx="1073554" cy="527831"/>
          </a:xfrm>
          <a:prstGeom prst="rect">
            <a:avLst/>
          </a:prstGeom>
          <a:noFill/>
        </p:spPr>
      </p:pic>
      <p:sp>
        <p:nvSpPr>
          <p:cNvPr id="19" name="Oval 20"/>
          <p:cNvSpPr/>
          <p:nvPr/>
        </p:nvSpPr>
        <p:spPr bwMode="auto">
          <a:xfrm>
            <a:off x="876821" y="4710142"/>
            <a:ext cx="127781" cy="176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21"/>
          <p:cNvSpPr/>
          <p:nvPr/>
        </p:nvSpPr>
        <p:spPr bwMode="auto">
          <a:xfrm>
            <a:off x="2548622" y="4793471"/>
            <a:ext cx="127781" cy="176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1" name="Straight Arrow Connector 22"/>
          <p:cNvCxnSpPr>
            <a:cxnSpLocks/>
          </p:cNvCxnSpPr>
          <p:nvPr/>
        </p:nvCxnSpPr>
        <p:spPr bwMode="auto">
          <a:xfrm>
            <a:off x="972999" y="4861112"/>
            <a:ext cx="160062" cy="4916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4"/>
          <p:cNvCxnSpPr>
            <a:cxnSpLocks/>
          </p:cNvCxnSpPr>
          <p:nvPr/>
        </p:nvCxnSpPr>
        <p:spPr bwMode="auto">
          <a:xfrm flipH="1">
            <a:off x="2256183" y="4861112"/>
            <a:ext cx="356329" cy="5025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3" descr="fi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467760" y="1023646"/>
            <a:ext cx="3618345" cy="2326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TextBox 25"/>
          <p:cNvSpPr>
            <a:spLocks/>
          </p:cNvSpPr>
          <p:nvPr/>
        </p:nvSpPr>
        <p:spPr bwMode="auto">
          <a:xfrm>
            <a:off x="487878" y="894522"/>
            <a:ext cx="1768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latin typeface="Arial"/>
                <a:cs typeface="Arial"/>
              </a:rPr>
              <a:t>Tree World</a:t>
            </a:r>
            <a:endParaRPr/>
          </a:p>
        </p:txBody>
      </p:sp>
      <p:sp>
        <p:nvSpPr>
          <p:cNvPr id="25" name="TextBox 28"/>
          <p:cNvSpPr>
            <a:spLocks/>
          </p:cNvSpPr>
          <p:nvPr/>
        </p:nvSpPr>
        <p:spPr bwMode="auto">
          <a:xfrm>
            <a:off x="8084912" y="380239"/>
            <a:ext cx="1940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latin typeface="Arial"/>
                <a:cs typeface="Arial"/>
              </a:rPr>
              <a:t>Array World</a:t>
            </a:r>
            <a:endParaRPr/>
          </a:p>
        </p:txBody>
      </p:sp>
      <p:sp>
        <p:nvSpPr>
          <p:cNvPr id="26" name="TextBox 27"/>
          <p:cNvSpPr>
            <a:spLocks/>
          </p:cNvSpPr>
          <p:nvPr/>
        </p:nvSpPr>
        <p:spPr bwMode="auto">
          <a:xfrm>
            <a:off x="6862453" y="1500412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Region 1</a:t>
            </a:r>
            <a:endParaRPr/>
          </a:p>
        </p:txBody>
      </p:sp>
      <p:sp>
        <p:nvSpPr>
          <p:cNvPr id="27" name="TextBox 30"/>
          <p:cNvSpPr>
            <a:spLocks/>
          </p:cNvSpPr>
          <p:nvPr/>
        </p:nvSpPr>
        <p:spPr bwMode="auto">
          <a:xfrm>
            <a:off x="6458823" y="1980551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Region 3</a:t>
            </a:r>
            <a:endParaRPr/>
          </a:p>
        </p:txBody>
      </p:sp>
      <p:sp>
        <p:nvSpPr>
          <p:cNvPr id="28" name="TextBox 31"/>
          <p:cNvSpPr>
            <a:spLocks/>
          </p:cNvSpPr>
          <p:nvPr/>
        </p:nvSpPr>
        <p:spPr bwMode="auto">
          <a:xfrm>
            <a:off x="6430529" y="2405813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Region 4</a:t>
            </a:r>
            <a:endParaRPr/>
          </a:p>
        </p:txBody>
      </p:sp>
      <p:sp>
        <p:nvSpPr>
          <p:cNvPr id="29" name="TextBox 32"/>
          <p:cNvSpPr>
            <a:spLocks/>
          </p:cNvSpPr>
          <p:nvPr/>
        </p:nvSpPr>
        <p:spPr bwMode="auto">
          <a:xfrm>
            <a:off x="10815209" y="2332119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Region 2</a:t>
            </a:r>
            <a:endParaRPr/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DA46F87D-D5D1-354C-8825-EC9CD32D9AF1}"/>
              </a:ext>
            </a:extLst>
          </p:cNvPr>
          <p:cNvSpPr>
            <a:spLocks/>
          </p:cNvSpPr>
          <p:nvPr/>
        </p:nvSpPr>
        <p:spPr bwMode="auto">
          <a:xfrm>
            <a:off x="7808164" y="3511902"/>
            <a:ext cx="29375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AU" sz="1400" i="1" dirty="0">
                <a:latin typeface="Arial"/>
                <a:cs typeface="Arial"/>
              </a:rPr>
              <a:t>Each </a:t>
            </a:r>
            <a:r>
              <a:rPr lang="en-AU" sz="1400" i="1" dirty="0" err="1">
                <a:latin typeface="Arial"/>
                <a:cs typeface="Arial"/>
              </a:rPr>
              <a:t>ModelSubdomain</a:t>
            </a:r>
            <a:r>
              <a:rPr lang="en-AU" sz="1400" i="1" dirty="0">
                <a:latin typeface="Arial"/>
                <a:cs typeface="Arial"/>
              </a:rPr>
              <a:t> gives access to its nodes and elements via the arrays: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 err="1">
                <a:latin typeface="+mn-ea"/>
              </a:rPr>
              <a:t>elmt_vec</a:t>
            </a:r>
            <a:r>
              <a:rPr lang="en-AU" sz="1400" dirty="0">
                <a:latin typeface="+mn-ea"/>
              </a:rPr>
              <a:t>_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 err="1">
                <a:latin typeface="+mn-ea"/>
              </a:rPr>
              <a:t>bd_face_vec</a:t>
            </a:r>
            <a:r>
              <a:rPr lang="en-AU" sz="1400" dirty="0">
                <a:latin typeface="+mn-ea"/>
              </a:rPr>
              <a:t>_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 err="1">
                <a:latin typeface="+mn-ea"/>
              </a:rPr>
              <a:t>node_vec</a:t>
            </a:r>
            <a:r>
              <a:rPr lang="en-AU" sz="1400" dirty="0">
                <a:latin typeface="+mn-ea"/>
              </a:rPr>
              <a:t>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027908-611C-634A-8C5D-A1D300CEF6C3}"/>
                  </a:ext>
                </a:extLst>
              </p14:cNvPr>
              <p14:cNvContentPartPr/>
              <p14:nvPr/>
            </p14:nvContentPartPr>
            <p14:xfrm>
              <a:off x="1885715" y="1686898"/>
              <a:ext cx="3225600" cy="332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027908-611C-634A-8C5D-A1D300CEF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7075" y="1678258"/>
                <a:ext cx="3243240" cy="33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DFF435-2798-334A-BF3E-2FB544E881B9}"/>
                  </a:ext>
                </a:extLst>
              </p14:cNvPr>
              <p14:cNvContentPartPr/>
              <p14:nvPr/>
            </p14:nvContentPartPr>
            <p14:xfrm>
              <a:off x="1716875" y="2332378"/>
              <a:ext cx="2635200" cy="2558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DFF435-2798-334A-BF3E-2FB544E881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8235" y="2323378"/>
                <a:ext cx="2652840" cy="25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E51438-CA2C-D246-AC23-3C18995C5DBA}"/>
                  </a:ext>
                </a:extLst>
              </p14:cNvPr>
              <p14:cNvContentPartPr/>
              <p14:nvPr/>
            </p14:nvContentPartPr>
            <p14:xfrm>
              <a:off x="1803995" y="1842418"/>
              <a:ext cx="3375000" cy="378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E51438-CA2C-D246-AC23-3C18995C5D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4995" y="1833418"/>
                <a:ext cx="3392640" cy="38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2E3CE4A-45F3-FD41-9A1B-0F772C3930A8}"/>
                  </a:ext>
                </a:extLst>
              </p14:cNvPr>
              <p14:cNvContentPartPr/>
              <p14:nvPr/>
            </p14:nvContentPartPr>
            <p14:xfrm>
              <a:off x="2796875" y="4369258"/>
              <a:ext cx="595080" cy="629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2E3CE4A-45F3-FD41-9A1B-0F772C3930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88235" y="4360258"/>
                <a:ext cx="61272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D83814-7159-2349-A4F6-0F5A8F61E9E6}"/>
                  </a:ext>
                </a:extLst>
              </p14:cNvPr>
              <p14:cNvContentPartPr/>
              <p14:nvPr/>
            </p14:nvContentPartPr>
            <p14:xfrm>
              <a:off x="2249315" y="3916378"/>
              <a:ext cx="492840" cy="439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D83814-7159-2349-A4F6-0F5A8F61E9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40315" y="3907378"/>
                <a:ext cx="5104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31FBF37-CB07-604F-A2B7-0CFD73B8363D}"/>
                  </a:ext>
                </a:extLst>
              </p14:cNvPr>
              <p14:cNvContentPartPr/>
              <p14:nvPr/>
            </p14:nvContentPartPr>
            <p14:xfrm>
              <a:off x="2487635" y="3957778"/>
              <a:ext cx="590400" cy="711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31FBF37-CB07-604F-A2B7-0CFD73B836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8995" y="3948778"/>
                <a:ext cx="608040" cy="7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06F8C5-3C20-9A4D-A73C-CFEC28BFB79A}"/>
                  </a:ext>
                </a:extLst>
              </p14:cNvPr>
              <p14:cNvContentPartPr/>
              <p14:nvPr/>
            </p14:nvContentPartPr>
            <p14:xfrm>
              <a:off x="2865275" y="4264498"/>
              <a:ext cx="426960" cy="382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06F8C5-3C20-9A4D-A73C-CFEC28BFB7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56275" y="4255858"/>
                <a:ext cx="444600" cy="39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30662ACE-50BC-B44A-B8F7-CC75BC473226}"/>
              </a:ext>
            </a:extLst>
          </p:cNvPr>
          <p:cNvGrpSpPr/>
          <p:nvPr/>
        </p:nvGrpSpPr>
        <p:grpSpPr>
          <a:xfrm>
            <a:off x="1890395" y="1141858"/>
            <a:ext cx="4801320" cy="4913640"/>
            <a:chOff x="1890395" y="1141858"/>
            <a:chExt cx="4801320" cy="49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BE8A15-4630-4E46-9F44-A3C1EA6E9140}"/>
                    </a:ext>
                  </a:extLst>
                </p14:cNvPr>
                <p14:cNvContentPartPr/>
                <p14:nvPr/>
              </p14:nvContentPartPr>
              <p14:xfrm>
                <a:off x="1892555" y="2611378"/>
                <a:ext cx="3363840" cy="2986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BE8A15-4630-4E46-9F44-A3C1EA6E91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83915" y="2602378"/>
                  <a:ext cx="3381480" cy="30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F00295-3781-854E-8A96-AFE93D529C76}"/>
                    </a:ext>
                  </a:extLst>
                </p14:cNvPr>
                <p14:cNvContentPartPr/>
                <p14:nvPr/>
              </p14:nvContentPartPr>
              <p14:xfrm>
                <a:off x="2224115" y="5081338"/>
                <a:ext cx="84600" cy="131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F00295-3781-854E-8A96-AFE93D529C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15115" y="5072338"/>
                  <a:ext cx="102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E5CFD26-F8DA-4A43-8E86-420FD6B841B6}"/>
                    </a:ext>
                  </a:extLst>
                </p14:cNvPr>
                <p14:cNvContentPartPr/>
                <p14:nvPr/>
              </p14:nvContentPartPr>
              <p14:xfrm>
                <a:off x="1890395" y="4791538"/>
                <a:ext cx="140760" cy="165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E5CFD26-F8DA-4A43-8E86-420FD6B841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81395" y="4782538"/>
                  <a:ext cx="158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CE18A4-A5FA-2041-873E-215A46DD5557}"/>
                    </a:ext>
                  </a:extLst>
                </p14:cNvPr>
                <p14:cNvContentPartPr/>
                <p14:nvPr/>
              </p14:nvContentPartPr>
              <p14:xfrm>
                <a:off x="3107915" y="3420658"/>
                <a:ext cx="202320" cy="219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CE18A4-A5FA-2041-873E-215A46DD55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99275" y="3411658"/>
                  <a:ext cx="219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0F0AAE-9ECD-0A40-8C16-28EC148AEE72}"/>
                    </a:ext>
                  </a:extLst>
                </p14:cNvPr>
                <p14:cNvContentPartPr/>
                <p14:nvPr/>
              </p14:nvContentPartPr>
              <p14:xfrm>
                <a:off x="3567275" y="3768058"/>
                <a:ext cx="181800" cy="224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0F0AAE-9ECD-0A40-8C16-28EC148AEE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58635" y="3759418"/>
                  <a:ext cx="199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E00A21-B64B-184B-B9C9-0D9CF44B86EF}"/>
                    </a:ext>
                  </a:extLst>
                </p14:cNvPr>
                <p14:cNvContentPartPr/>
                <p14:nvPr/>
              </p14:nvContentPartPr>
              <p14:xfrm>
                <a:off x="2152475" y="3634498"/>
                <a:ext cx="1127520" cy="128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E00A21-B64B-184B-B9C9-0D9CF44B86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43475" y="3625498"/>
                  <a:ext cx="1145160" cy="12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82C44A4-657C-D447-A636-C239AE2D0B65}"/>
                    </a:ext>
                  </a:extLst>
                </p14:cNvPr>
                <p14:cNvContentPartPr/>
                <p14:nvPr/>
              </p14:nvContentPartPr>
              <p14:xfrm>
                <a:off x="2141315" y="3801538"/>
                <a:ext cx="1241280" cy="1145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82C44A4-657C-D447-A636-C239AE2D0B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32675" y="3792538"/>
                  <a:ext cx="1258920" cy="11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438520-4EC9-7844-9A4A-DB5D27B4322B}"/>
                    </a:ext>
                  </a:extLst>
                </p14:cNvPr>
                <p14:cNvContentPartPr/>
                <p14:nvPr/>
              </p14:nvContentPartPr>
              <p14:xfrm>
                <a:off x="4617035" y="1786978"/>
                <a:ext cx="1764000" cy="954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438520-4EC9-7844-9A4A-DB5D27B432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08035" y="1778338"/>
                  <a:ext cx="1781640" cy="9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6845B0-420D-DD41-A2A3-EBBF8EF3F290}"/>
                    </a:ext>
                  </a:extLst>
                </p14:cNvPr>
                <p14:cNvContentPartPr/>
                <p14:nvPr/>
              </p14:nvContentPartPr>
              <p14:xfrm>
                <a:off x="5110235" y="1318618"/>
                <a:ext cx="248760" cy="387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6845B0-420D-DD41-A2A3-EBBF8EF3F2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01595" y="1309618"/>
                  <a:ext cx="2664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C66ABB-CAE4-D94F-83F0-7E07A41BD9EA}"/>
                    </a:ext>
                  </a:extLst>
                </p14:cNvPr>
                <p14:cNvContentPartPr/>
                <p14:nvPr/>
              </p14:nvContentPartPr>
              <p14:xfrm>
                <a:off x="3576635" y="1141858"/>
                <a:ext cx="1766520" cy="121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C66ABB-CAE4-D94F-83F0-7E07A41BD9E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67995" y="1133218"/>
                  <a:ext cx="1784160" cy="12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8098DF-1B0E-F148-8DAA-AAA037D58C31}"/>
                    </a:ext>
                  </a:extLst>
                </p14:cNvPr>
                <p14:cNvContentPartPr/>
                <p14:nvPr/>
              </p14:nvContentPartPr>
              <p14:xfrm>
                <a:off x="2982635" y="1173898"/>
                <a:ext cx="608760" cy="1506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8098DF-1B0E-F148-8DAA-AAA037D58C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73635" y="1164898"/>
                  <a:ext cx="626400" cy="15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1AA318-A60A-EA4F-83C6-3990B466785B}"/>
                    </a:ext>
                  </a:extLst>
                </p14:cNvPr>
                <p14:cNvContentPartPr/>
                <p14:nvPr/>
              </p14:nvContentPartPr>
              <p14:xfrm>
                <a:off x="4424795" y="1601218"/>
                <a:ext cx="9360" cy="2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1AA318-A60A-EA4F-83C6-3990B466785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5795" y="1592578"/>
                  <a:ext cx="27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A42946-9D3B-2547-9EA6-55F74B525259}"/>
                    </a:ext>
                  </a:extLst>
                </p14:cNvPr>
                <p14:cNvContentPartPr/>
                <p14:nvPr/>
              </p14:nvContentPartPr>
              <p14:xfrm>
                <a:off x="3622355" y="2036098"/>
                <a:ext cx="18360" cy="3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A42946-9D3B-2547-9EA6-55F74B52525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13355" y="2027458"/>
                  <a:ext cx="36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7EA16C5-C74B-864A-AF02-64C5F05CAB08}"/>
                    </a:ext>
                  </a:extLst>
                </p14:cNvPr>
                <p14:cNvContentPartPr/>
                <p14:nvPr/>
              </p14:nvContentPartPr>
              <p14:xfrm>
                <a:off x="3514355" y="2778418"/>
                <a:ext cx="9360" cy="44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7EA16C5-C74B-864A-AF02-64C5F05CAB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05355" y="2769778"/>
                  <a:ext cx="27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57A01DD-157B-8846-9FF3-8D50C0A931C8}"/>
                    </a:ext>
                  </a:extLst>
                </p14:cNvPr>
                <p14:cNvContentPartPr/>
                <p14:nvPr/>
              </p14:nvContentPartPr>
              <p14:xfrm>
                <a:off x="4301315" y="3560338"/>
                <a:ext cx="4680" cy="2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7A01DD-157B-8846-9FF3-8D50C0A931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92675" y="3551338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A19BC1-945B-694A-B3D2-121232657A58}"/>
                    </a:ext>
                  </a:extLst>
                </p14:cNvPr>
                <p14:cNvContentPartPr/>
                <p14:nvPr/>
              </p14:nvContentPartPr>
              <p14:xfrm>
                <a:off x="4701635" y="2412298"/>
                <a:ext cx="1990080" cy="364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A19BC1-945B-694A-B3D2-121232657A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92995" y="2403658"/>
                  <a:ext cx="2007720" cy="36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A1B7DA-733D-2B4E-B633-730BBAFEECA8}"/>
                    </a:ext>
                  </a:extLst>
                </p14:cNvPr>
                <p14:cNvContentPartPr/>
                <p14:nvPr/>
              </p14:nvContentPartPr>
              <p14:xfrm>
                <a:off x="6348635" y="2645218"/>
                <a:ext cx="257400" cy="236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A1B7DA-733D-2B4E-B633-730BBAFEECA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39995" y="2636578"/>
                  <a:ext cx="2750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960564-6783-D841-B792-843C6D3254F5}"/>
                    </a:ext>
                  </a:extLst>
                </p14:cNvPr>
                <p14:cNvContentPartPr/>
                <p14:nvPr/>
              </p14:nvContentPartPr>
              <p14:xfrm>
                <a:off x="5138315" y="4541698"/>
                <a:ext cx="707400" cy="451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960564-6783-D841-B792-843C6D3254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29675" y="4532698"/>
                  <a:ext cx="7250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D34CE1-385C-0A4B-94EA-1651CDB4181F}"/>
                    </a:ext>
                  </a:extLst>
                </p14:cNvPr>
                <p14:cNvContentPartPr/>
                <p14:nvPr/>
              </p14:nvContentPartPr>
              <p14:xfrm>
                <a:off x="4594715" y="2525338"/>
                <a:ext cx="81000" cy="17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D34CE1-385C-0A4B-94EA-1651CDB418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85715" y="2516698"/>
                  <a:ext cx="98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6481271-98C0-904A-9557-A6049CE68EFD}"/>
                    </a:ext>
                  </a:extLst>
                </p14:cNvPr>
                <p14:cNvContentPartPr/>
                <p14:nvPr/>
              </p14:nvContentPartPr>
              <p14:xfrm>
                <a:off x="4190795" y="2251738"/>
                <a:ext cx="136080" cy="103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6481271-98C0-904A-9557-A6049CE68E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81795" y="2242738"/>
                  <a:ext cx="15372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ECA765C-2D15-894E-A3AF-AE696CE6D860}"/>
                  </a:ext>
                </a:extLst>
              </p14:cNvPr>
              <p14:cNvContentPartPr/>
              <p14:nvPr/>
            </p14:nvContentPartPr>
            <p14:xfrm>
              <a:off x="5050835" y="2090818"/>
              <a:ext cx="461160" cy="5662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ECA765C-2D15-894E-A3AF-AE696CE6D86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41835" y="2081818"/>
                <a:ext cx="47880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C1D44F4-59BD-6A4E-B55E-6783B1C1EB28}"/>
                  </a:ext>
                </a:extLst>
              </p14:cNvPr>
              <p14:cNvContentPartPr/>
              <p14:nvPr/>
            </p14:nvContentPartPr>
            <p14:xfrm>
              <a:off x="5572475" y="3129418"/>
              <a:ext cx="394560" cy="101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C1D44F4-59BD-6A4E-B55E-6783B1C1EB2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563835" y="3120418"/>
                <a:ext cx="412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D984CCD-D57D-744A-AA25-439EB2702D92}"/>
                  </a:ext>
                </a:extLst>
              </p14:cNvPr>
              <p14:cNvContentPartPr/>
              <p14:nvPr/>
            </p14:nvContentPartPr>
            <p14:xfrm>
              <a:off x="5230475" y="1986778"/>
              <a:ext cx="189000" cy="2458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D984CCD-D57D-744A-AA25-439EB2702D9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21475" y="1977778"/>
                <a:ext cx="2066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E3AE54E-EF6D-AA4B-BEF3-332754EBD76D}"/>
                  </a:ext>
                </a:extLst>
              </p14:cNvPr>
              <p14:cNvContentPartPr/>
              <p14:nvPr/>
            </p14:nvContentPartPr>
            <p14:xfrm>
              <a:off x="5290235" y="3332098"/>
              <a:ext cx="19080" cy="403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E3AE54E-EF6D-AA4B-BEF3-332754EBD76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81595" y="3323098"/>
                <a:ext cx="367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2BF6502-9EF7-E44B-876A-44E5AF3CE3B7}"/>
                  </a:ext>
                </a:extLst>
              </p14:cNvPr>
              <p14:cNvContentPartPr/>
              <p14:nvPr/>
            </p14:nvContentPartPr>
            <p14:xfrm>
              <a:off x="4919435" y="2697058"/>
              <a:ext cx="633240" cy="963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2BF6502-9EF7-E44B-876A-44E5AF3CE3B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10795" y="2688058"/>
                <a:ext cx="650880" cy="9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7620F32-666F-8146-9208-E83A34502844}"/>
                  </a:ext>
                </a:extLst>
              </p14:cNvPr>
              <p14:cNvContentPartPr/>
              <p14:nvPr/>
            </p14:nvContentPartPr>
            <p14:xfrm>
              <a:off x="4369715" y="3563938"/>
              <a:ext cx="509400" cy="1162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7620F32-666F-8146-9208-E83A3450284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60715" y="3555298"/>
                <a:ext cx="5270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2FBF1F7-99EE-7148-9EA6-99B4E2E58E81}"/>
                  </a:ext>
                </a:extLst>
              </p14:cNvPr>
              <p14:cNvContentPartPr/>
              <p14:nvPr/>
            </p14:nvContentPartPr>
            <p14:xfrm>
              <a:off x="4094315" y="3374578"/>
              <a:ext cx="230760" cy="181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2FBF1F7-99EE-7148-9EA6-99B4E2E58E8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85675" y="3365578"/>
                <a:ext cx="2484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191E673-72DA-9847-954C-C828EC6AACAD}"/>
                  </a:ext>
                </a:extLst>
              </p14:cNvPr>
              <p14:cNvContentPartPr/>
              <p14:nvPr/>
            </p14:nvContentPartPr>
            <p14:xfrm>
              <a:off x="5429555" y="2337418"/>
              <a:ext cx="360" cy="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191E673-72DA-9847-954C-C828EC6AACA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420915" y="232841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8242F3C-4543-9942-A4F0-88067B33A33F}"/>
                  </a:ext>
                </a:extLst>
              </p14:cNvPr>
              <p14:cNvContentPartPr/>
              <p14:nvPr/>
            </p14:nvContentPartPr>
            <p14:xfrm>
              <a:off x="5118515" y="3628378"/>
              <a:ext cx="94320" cy="3175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8242F3C-4543-9942-A4F0-88067B33A33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09875" y="3619738"/>
                <a:ext cx="1119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B959265-8C4E-E24E-8A61-458114E89AEA}"/>
                  </a:ext>
                </a:extLst>
              </p14:cNvPr>
              <p14:cNvContentPartPr/>
              <p14:nvPr/>
            </p14:nvContentPartPr>
            <p14:xfrm>
              <a:off x="4592915" y="3612898"/>
              <a:ext cx="75240" cy="3398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B959265-8C4E-E24E-8A61-458114E89AE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584275" y="3603898"/>
                <a:ext cx="92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7FDB41D-33C6-E94D-9442-86E59EC1C03B}"/>
                  </a:ext>
                </a:extLst>
              </p14:cNvPr>
              <p14:cNvContentPartPr/>
              <p14:nvPr/>
            </p14:nvContentPartPr>
            <p14:xfrm>
              <a:off x="4360355" y="3543418"/>
              <a:ext cx="4680" cy="205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7FDB41D-33C6-E94D-9442-86E59EC1C03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351715" y="3534778"/>
                <a:ext cx="223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3A4BC8A-632D-0847-909B-0DC307FB8423}"/>
                  </a:ext>
                </a:extLst>
              </p14:cNvPr>
              <p14:cNvContentPartPr/>
              <p14:nvPr/>
            </p14:nvContentPartPr>
            <p14:xfrm>
              <a:off x="4060835" y="3309058"/>
              <a:ext cx="90360" cy="90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3A4BC8A-632D-0847-909B-0DC307FB842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52195" y="3300418"/>
                <a:ext cx="10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E8C4E01-8135-944B-886B-A0C96D510A54}"/>
                  </a:ext>
                </a:extLst>
              </p14:cNvPr>
              <p14:cNvContentPartPr/>
              <p14:nvPr/>
            </p14:nvContentPartPr>
            <p14:xfrm>
              <a:off x="3939515" y="3466378"/>
              <a:ext cx="266400" cy="3484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E8C4E01-8135-944B-886B-A0C96D510A5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30875" y="3457378"/>
                <a:ext cx="284040" cy="36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4759CCC-4161-1C4B-A139-B60DAC3FF7FC}"/>
              </a:ext>
            </a:extLst>
          </p:cNvPr>
          <p:cNvGrpSpPr/>
          <p:nvPr/>
        </p:nvGrpSpPr>
        <p:grpSpPr>
          <a:xfrm>
            <a:off x="3504635" y="1579618"/>
            <a:ext cx="1311480" cy="1385640"/>
            <a:chOff x="3504635" y="1579618"/>
            <a:chExt cx="1311480" cy="13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F07CC5-A72C-B949-831B-3D2600491682}"/>
                    </a:ext>
                  </a:extLst>
                </p14:cNvPr>
                <p14:cNvContentPartPr/>
                <p14:nvPr/>
              </p14:nvContentPartPr>
              <p14:xfrm>
                <a:off x="3504635" y="2802898"/>
                <a:ext cx="202680" cy="16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F07CC5-A72C-B949-831B-3D260049168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95635" y="2793898"/>
                  <a:ext cx="220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0448CB-B70C-0042-B392-021A73663FA3}"/>
                    </a:ext>
                  </a:extLst>
                </p14:cNvPr>
                <p14:cNvContentPartPr/>
                <p14:nvPr/>
              </p14:nvContentPartPr>
              <p14:xfrm>
                <a:off x="3505715" y="2460538"/>
                <a:ext cx="75960" cy="358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0448CB-B70C-0042-B392-021A73663FA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97075" y="2451898"/>
                  <a:ext cx="936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8BC63B-1201-D04B-9546-A0443A487AB6}"/>
                    </a:ext>
                  </a:extLst>
                </p14:cNvPr>
                <p14:cNvContentPartPr/>
                <p14:nvPr/>
              </p14:nvContentPartPr>
              <p14:xfrm>
                <a:off x="3581675" y="1744498"/>
                <a:ext cx="35640" cy="705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8BC63B-1201-D04B-9546-A0443A487AB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72675" y="1735498"/>
                  <a:ext cx="5328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FEA456-BACC-F443-B287-F0C04C6ED238}"/>
                    </a:ext>
                  </a:extLst>
                </p14:cNvPr>
                <p14:cNvContentPartPr/>
                <p14:nvPr/>
              </p14:nvContentPartPr>
              <p14:xfrm>
                <a:off x="3599675" y="1759618"/>
                <a:ext cx="370440" cy="334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FEA456-BACC-F443-B287-F0C04C6ED2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90675" y="1750618"/>
                  <a:ext cx="3880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4B71BE2-1184-3F44-97DA-2FF1B9BDD03B}"/>
                    </a:ext>
                  </a:extLst>
                </p14:cNvPr>
                <p14:cNvContentPartPr/>
                <p14:nvPr/>
              </p14:nvContentPartPr>
              <p14:xfrm>
                <a:off x="4031315" y="1622098"/>
                <a:ext cx="367200" cy="148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4B71BE2-1184-3F44-97DA-2FF1B9BDD0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22315" y="1613098"/>
                  <a:ext cx="384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568593-10C2-8C48-AB5D-20C482E86983}"/>
                    </a:ext>
                  </a:extLst>
                </p14:cNvPr>
                <p14:cNvContentPartPr/>
                <p14:nvPr/>
              </p14:nvContentPartPr>
              <p14:xfrm>
                <a:off x="4462955" y="1637218"/>
                <a:ext cx="353160" cy="25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568593-10C2-8C48-AB5D-20C482E869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54315" y="1628218"/>
                  <a:ext cx="370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14315AE-E755-2449-A481-2D1F8B1E6B15}"/>
                    </a:ext>
                  </a:extLst>
                </p14:cNvPr>
                <p14:cNvContentPartPr/>
                <p14:nvPr/>
              </p14:nvContentPartPr>
              <p14:xfrm>
                <a:off x="4675715" y="1579618"/>
                <a:ext cx="89280" cy="175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14315AE-E755-2449-A481-2D1F8B1E6B1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66715" y="1570618"/>
                  <a:ext cx="10692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4DFFF1F-AB67-9B44-A5BD-4D3EF0C7DDFC}"/>
              </a:ext>
            </a:extLst>
          </p:cNvPr>
          <p:cNvGrpSpPr/>
          <p:nvPr/>
        </p:nvGrpSpPr>
        <p:grpSpPr>
          <a:xfrm>
            <a:off x="1923515" y="2331658"/>
            <a:ext cx="2716560" cy="2938680"/>
            <a:chOff x="1923515" y="2331658"/>
            <a:chExt cx="2716560" cy="29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61F999-67AF-DC4B-A39A-56AD6E9F5987}"/>
                    </a:ext>
                  </a:extLst>
                </p14:cNvPr>
                <p14:cNvContentPartPr/>
                <p14:nvPr/>
              </p14:nvContentPartPr>
              <p14:xfrm>
                <a:off x="1923515" y="3603178"/>
                <a:ext cx="1407240" cy="1667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61F999-67AF-DC4B-A39A-56AD6E9F59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14875" y="3594178"/>
                  <a:ext cx="1424880" cy="16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715A1C-2F24-4A4B-B257-BA5B239611B4}"/>
                    </a:ext>
                  </a:extLst>
                </p14:cNvPr>
                <p14:cNvContentPartPr/>
                <p14:nvPr/>
              </p14:nvContentPartPr>
              <p14:xfrm>
                <a:off x="2427155" y="3863458"/>
                <a:ext cx="905400" cy="1069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715A1C-2F24-4A4B-B257-BA5B239611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18155" y="3854458"/>
                  <a:ext cx="923040" cy="10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40E15D-8E05-474E-927B-15EC2202BB24}"/>
                    </a:ext>
                  </a:extLst>
                </p14:cNvPr>
                <p14:cNvContentPartPr/>
                <p14:nvPr/>
              </p14:nvContentPartPr>
              <p14:xfrm>
                <a:off x="3445955" y="2468818"/>
                <a:ext cx="867240" cy="1038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40E15D-8E05-474E-927B-15EC2202BB2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6955" y="2460178"/>
                  <a:ext cx="884880" cy="10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DF92B82-73E6-0C42-B90D-C9510690EDD7}"/>
                    </a:ext>
                  </a:extLst>
                </p14:cNvPr>
                <p14:cNvContentPartPr/>
                <p14:nvPr/>
              </p14:nvContentPartPr>
              <p14:xfrm>
                <a:off x="3656915" y="2577178"/>
                <a:ext cx="839520" cy="1100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DF92B82-73E6-0C42-B90D-C9510690EDD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48275" y="2568538"/>
                  <a:ext cx="857160" cy="11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B4CB1A-3B0F-4E42-8FF5-533BABE4B2A2}"/>
                    </a:ext>
                  </a:extLst>
                </p14:cNvPr>
                <p14:cNvContentPartPr/>
                <p14:nvPr/>
              </p14:nvContentPartPr>
              <p14:xfrm>
                <a:off x="4316435" y="2331658"/>
                <a:ext cx="60480" cy="147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B4CB1A-3B0F-4E42-8FF5-533BABE4B2A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07435" y="2322658"/>
                  <a:ext cx="78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35095DA-BD31-A24E-8D1F-55DAE744A82C}"/>
                    </a:ext>
                  </a:extLst>
                </p14:cNvPr>
                <p14:cNvContentPartPr/>
                <p14:nvPr/>
              </p14:nvContentPartPr>
              <p14:xfrm>
                <a:off x="4481315" y="2487538"/>
                <a:ext cx="158760" cy="158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35095DA-BD31-A24E-8D1F-55DAE744A8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72315" y="2478898"/>
                  <a:ext cx="176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587B9ED-E325-A54E-A1AB-5534BA56A497}"/>
                    </a:ext>
                  </a:extLst>
                </p14:cNvPr>
                <p14:cNvContentPartPr/>
                <p14:nvPr/>
              </p14:nvContentPartPr>
              <p14:xfrm>
                <a:off x="3303035" y="3368458"/>
                <a:ext cx="154440" cy="197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587B9ED-E325-A54E-A1AB-5534BA56A4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94395" y="3359818"/>
                  <a:ext cx="172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7212F3D-E3EF-A34E-9ADD-E7B00B29FEFB}"/>
                    </a:ext>
                  </a:extLst>
                </p14:cNvPr>
                <p14:cNvContentPartPr/>
                <p14:nvPr/>
              </p14:nvContentPartPr>
              <p14:xfrm>
                <a:off x="3553235" y="3653938"/>
                <a:ext cx="132840" cy="235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7212F3D-E3EF-A34E-9ADD-E7B00B29FE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44235" y="3644938"/>
                  <a:ext cx="150480" cy="25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96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18519</TotalTime>
  <Words>334</Words>
  <Application>Microsoft Macintosh PowerPoint</Application>
  <DocSecurity>0</DocSecurity>
  <PresentationFormat>Widescreen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Stephan Matthai</dc:creator>
  <cp:keywords/>
  <dc:description/>
  <cp:lastModifiedBy>Stephan Matthai</cp:lastModifiedBy>
  <cp:revision>19</cp:revision>
  <cp:lastPrinted>2021-04-29T02:40:27Z</cp:lastPrinted>
  <dcterms:created xsi:type="dcterms:W3CDTF">2021-01-05T01:03:57Z</dcterms:created>
  <dcterms:modified xsi:type="dcterms:W3CDTF">2021-05-01T01:08:37Z</dcterms:modified>
  <cp:category/>
  <dc:identifier/>
  <cp:contentStatus/>
  <dc:language/>
  <cp:version/>
</cp:coreProperties>
</file>