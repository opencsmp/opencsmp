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83351"/>
  </p:normalViewPr>
  <p:slideViewPr>
    <p:cSldViewPr snapToGrid="0" snapToObjects="1">
      <p:cViewPr varScale="1">
        <p:scale>
          <a:sx n="137" d="100"/>
          <a:sy n="137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79E2-9E7F-7547-A997-F8B48DFF0E04}" type="datetimeFigureOut">
              <a:rPr lang="en-US" smtClean="0"/>
              <a:t>7/4/20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5BCC4-EEB1-CB4B-99C4-4200DB8CB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96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Questons</a:t>
            </a:r>
            <a:endParaRPr lang="en-US" dirty="0"/>
          </a:p>
          <a:p>
            <a:r>
              <a:rPr lang="en-US" dirty="0"/>
              <a:t>- Do we need Element boundary flags (Face and </a:t>
            </a:r>
            <a:r>
              <a:rPr lang="en-US" dirty="0" err="1"/>
              <a:t>InterFace</a:t>
            </a:r>
            <a:r>
              <a:rPr lang="en-US" dirty="0"/>
              <a:t> do not have any! – Boundaries have, but they also have telling names</a:t>
            </a:r>
          </a:p>
          <a:p>
            <a:r>
              <a:rPr lang="en-US" dirty="0"/>
              <a:t>- Functions which reconstruct these placements from node flags could do the same</a:t>
            </a:r>
          </a:p>
          <a:p>
            <a:r>
              <a:rPr lang="en-US" dirty="0"/>
              <a:t>- new BOX_BUNDARY flags? -  INTERNAL_EDGE, EDGE_END, EDGE_INTERSECTION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5BCC4-EEB1-CB4B-99C4-4200DB8CBE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6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2D10-205B-B04D-B225-99F787A00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53C0C-C950-434D-90FF-8FF7ECE81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09C4-EB8C-9A45-AAB0-4B7C9FCE4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EE79-2696-C347-9672-04AD4ABE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ED19-30D6-7D4D-B908-55A935F7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6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A94A-CCA1-EA41-AF5B-6C960A9F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9EC1A-A0F4-1841-B21B-2863460E2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CF85E-0D4C-434A-AC43-C890CDA1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B9151-77C5-174B-B4FA-52A89A43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0BBE8-AE4D-5743-BAC3-DC9410BC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5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40E2-14C4-2C49-A4BB-E1937ACC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20738-A326-3C4A-BD27-3DD17142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44C63-0B31-A641-BF4A-AF18CA07B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5CEA0-8EE6-7A4E-9522-DE543BF5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5A9A-9E67-E24B-9F88-7DA824C7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75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09D4-A0FB-1247-837C-50DD467F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42205-C114-BA4D-9D47-941B6935D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BBDF4-0DA7-304E-AB31-DE99AE294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354DB-600E-404B-9723-01B08B99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5F7BB-58F9-154B-94FD-2F4A327B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DFE3F-560F-E149-9083-4D39829D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1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E343-03A7-144D-9847-FF1A81DA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E7E55-8814-A648-A2BE-B3C14D65D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51CEE-48DC-8F48-8AB9-78CB6A6F3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79F8C-042C-BD41-B303-3E3FB4980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7C8564-93E9-6B40-A9DF-3B7E0796A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07F2D5-F2FF-3941-A2DA-6D41B6D8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D0015-D4E2-5445-AB8A-E24E6A67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3FFBC-D159-5343-AF30-C4BC22CD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2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69CC8-04D6-8444-86B7-88E2B87B4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83EEB-67FB-834F-9A54-31BEB420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00F81-2288-1D42-951B-921FA2B5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47EBA-6368-3A4E-AF20-A682D4B4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7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C35A1-090A-2B4F-A877-F343DC8B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CC15D-BD71-1648-94F3-80210FB6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7E7FC-8C84-CF48-8722-278D6B708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2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C055-8CCF-0B4F-918A-1D2F982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EB5BD-022C-604E-B67A-CF157592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11EDD-25C0-9341-BA12-4F1348303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131BE-6C0F-DD4D-AB38-4830A51C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DAEA1-1951-3D4F-930C-4D231B50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778B6-8DFB-7349-92C0-D5E8C9B1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2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12E7-9CDD-BF43-8646-638B8911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46DCB-EF98-5C4E-99CF-6ABF9F2C9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FA93F-29D8-034C-8D27-4AFC01280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101AD-5B8F-DA4E-8935-D3A0BE80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A2C04-7730-1B4F-BD51-FE36A232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C0CE1-650B-1D4C-9474-7A3728F5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5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EB24-E6AD-9A4C-8FFE-9E351BD4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C8C73-A0FB-9F48-8E29-F4D6C25D1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07262-E8FC-C640-876F-41E9F665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C9D9B-1A8D-EC46-B137-ECAEB97A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0A902-A1F8-3741-B364-8E78B9E9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3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90616-2A6D-FE4B-86EC-493CBCCF4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BCA7A-0CB5-A348-A842-E86FFCDD3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C7FC2-A20C-C346-B526-19C68CC6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B1D7D-6A83-D146-83CF-535738A8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1BA11-D53C-C347-984E-5BB9189F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37BA1-6191-EC43-8681-F7A702B3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1F105-C4BD-BA40-8120-B91508F9C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A720C-BD4D-0E4E-BEF6-2996AE002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E27DB-E0E7-1347-B660-252FC438AFD2}" type="datetimeFigureOut">
              <a:rPr lang="en-US" smtClean="0"/>
              <a:t>7/4/20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15A4A-A0F7-8F40-8703-943BD028D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8055-363E-6B4D-B989-B80154ADD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E218E-DD7F-5244-836E-A90E4E5EF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89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E94A-DDAD-6D40-8DDF-55644421C8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Issues and Fixes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173DA-9F52-9247-A883-B8E023F42A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July 2020</a:t>
            </a:r>
          </a:p>
        </p:txBody>
      </p:sp>
    </p:spTree>
    <p:extLst>
      <p:ext uri="{BB962C8B-B14F-4D97-AF65-F5344CB8AC3E}">
        <p14:creationId xmlns:p14="http://schemas.microsoft.com/office/powerpoint/2010/main" val="178532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49E4-F487-6341-A2E1-4A0C7F39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8" y="102202"/>
            <a:ext cx="10515600" cy="610920"/>
          </a:xfrm>
        </p:spPr>
        <p:txBody>
          <a:bodyPr>
            <a:normAutofit/>
          </a:bodyPr>
          <a:lstStyle/>
          <a:p>
            <a:r>
              <a:rPr lang="en-US" sz="2800" b="1" dirty="0"/>
              <a:t>Current model construction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60047-33CD-A344-BFA9-3F2BFDD95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8" y="976046"/>
            <a:ext cx="2583094" cy="2681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Construction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Meshing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VSet</a:t>
            </a:r>
            <a:r>
              <a:rPr lang="en-US" sz="1800" dirty="0"/>
              <a:t> storage</a:t>
            </a:r>
          </a:p>
          <a:p>
            <a:pPr lvl="1"/>
            <a:r>
              <a:rPr lang="en-US" sz="1400" dirty="0"/>
              <a:t>boundary flags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(</a:t>
            </a:r>
            <a:r>
              <a:rPr lang="en-US" sz="1800" dirty="0" err="1"/>
              <a:t>ModelTopology</a:t>
            </a:r>
            <a:r>
              <a:rPr lang="en-US" sz="1800" dirty="0"/>
              <a:t>)</a:t>
            </a:r>
          </a:p>
          <a:p>
            <a:pPr lvl="1"/>
            <a:r>
              <a:rPr lang="en-US" sz="1400" dirty="0"/>
              <a:t>regions</a:t>
            </a:r>
          </a:p>
          <a:p>
            <a:pPr lvl="1"/>
            <a:r>
              <a:rPr lang="en-US" sz="1400" dirty="0"/>
              <a:t>boundaries</a:t>
            </a:r>
          </a:p>
          <a:p>
            <a:pPr lvl="1"/>
            <a:r>
              <a:rPr lang="en-US" sz="1400" dirty="0"/>
              <a:t>split boundaries</a:t>
            </a:r>
          </a:p>
          <a:p>
            <a:pPr lvl="1"/>
            <a:r>
              <a:rPr lang="en-US" sz="1400" dirty="0"/>
              <a:t>consistency checks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Properties</a:t>
            </a:r>
          </a:p>
          <a:p>
            <a:pPr lvl="1"/>
            <a:r>
              <a:rPr lang="en-US" sz="1400" dirty="0"/>
              <a:t>mainly element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CSMP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81B604-0CF2-724F-AD5D-595C1D333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386208"/>
              </p:ext>
            </p:extLst>
          </p:nvPr>
        </p:nvGraphicFramePr>
        <p:xfrm>
          <a:off x="2959281" y="1104971"/>
          <a:ext cx="8856531" cy="470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553">
                  <a:extLst>
                    <a:ext uri="{9D8B030D-6E8A-4147-A177-3AD203B41FA5}">
                      <a16:colId xmlns:a16="http://schemas.microsoft.com/office/drawing/2014/main" val="4096542870"/>
                    </a:ext>
                  </a:extLst>
                </a:gridCol>
                <a:gridCol w="1249553">
                  <a:extLst>
                    <a:ext uri="{9D8B030D-6E8A-4147-A177-3AD203B41FA5}">
                      <a16:colId xmlns:a16="http://schemas.microsoft.com/office/drawing/2014/main" val="495516735"/>
                    </a:ext>
                  </a:extLst>
                </a:gridCol>
                <a:gridCol w="1390281">
                  <a:extLst>
                    <a:ext uri="{9D8B030D-6E8A-4147-A177-3AD203B41FA5}">
                      <a16:colId xmlns:a16="http://schemas.microsoft.com/office/drawing/2014/main" val="3252768120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486924392"/>
                    </a:ext>
                  </a:extLst>
                </a:gridCol>
                <a:gridCol w="709127">
                  <a:extLst>
                    <a:ext uri="{9D8B030D-6E8A-4147-A177-3AD203B41FA5}">
                      <a16:colId xmlns:a16="http://schemas.microsoft.com/office/drawing/2014/main" val="3547769776"/>
                    </a:ext>
                  </a:extLst>
                </a:gridCol>
                <a:gridCol w="737118">
                  <a:extLst>
                    <a:ext uri="{9D8B030D-6E8A-4147-A177-3AD203B41FA5}">
                      <a16:colId xmlns:a16="http://schemas.microsoft.com/office/drawing/2014/main" val="74207744"/>
                    </a:ext>
                  </a:extLst>
                </a:gridCol>
                <a:gridCol w="760446">
                  <a:extLst>
                    <a:ext uri="{9D8B030D-6E8A-4147-A177-3AD203B41FA5}">
                      <a16:colId xmlns:a16="http://schemas.microsoft.com/office/drawing/2014/main" val="3724128590"/>
                    </a:ext>
                  </a:extLst>
                </a:gridCol>
                <a:gridCol w="1939359">
                  <a:extLst>
                    <a:ext uri="{9D8B030D-6E8A-4147-A177-3AD203B41FA5}">
                      <a16:colId xmlns:a16="http://schemas.microsoft.com/office/drawing/2014/main" val="4159686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Attributes (not always)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Triangulator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Quadrilaterator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GMesh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SKUA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CSMP native binaries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28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Boundary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(✓)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  <a:p>
                      <a:pPr algn="ctr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4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Element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3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Lower dim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incorrect orientation in 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 wells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052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Faces /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805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76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914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Split 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699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Element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8874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6792AE-897C-F744-9F65-474BDA34664A}"/>
              </a:ext>
            </a:extLst>
          </p:cNvPr>
          <p:cNvSpPr txBox="1"/>
          <p:nvPr/>
        </p:nvSpPr>
        <p:spPr>
          <a:xfrm>
            <a:off x="4711959" y="650569"/>
            <a:ext cx="5776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Models constructed with different tools and their attributes</a:t>
            </a:r>
          </a:p>
        </p:txBody>
      </p:sp>
    </p:spTree>
    <p:extLst>
      <p:ext uri="{BB962C8B-B14F-4D97-AF65-F5344CB8AC3E}">
        <p14:creationId xmlns:p14="http://schemas.microsoft.com/office/powerpoint/2010/main" val="2994520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2831</TotalTime>
  <Words>193</Words>
  <Application>Microsoft Macintosh PowerPoint</Application>
  <PresentationFormat>Widescreen</PresentationFormat>
  <Paragraphs>96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Issues and Fixes</vt:lpstr>
      <vt:lpstr>Current model construction options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 Matthai</dc:creator>
  <cp:lastModifiedBy>Stephan Matthai</cp:lastModifiedBy>
  <cp:revision>11</cp:revision>
  <dcterms:created xsi:type="dcterms:W3CDTF">2020-07-03T23:52:18Z</dcterms:created>
  <dcterms:modified xsi:type="dcterms:W3CDTF">2020-07-05T23:04:09Z</dcterms:modified>
</cp:coreProperties>
</file>